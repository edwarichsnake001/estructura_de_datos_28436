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Gatwick Ultra-Bold" charset="1" panose="00000900000000000000"/>
      <p:regular r:id="rId18"/>
    </p:embeddedFont>
    <p:embeddedFont>
      <p:font typeface="DM Sans" charset="1" panose="00000000000000000000"/>
      <p:regular r:id="rId19"/>
    </p:embeddedFont>
    <p:embeddedFont>
      <p:font typeface="Gatwic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jpeg" Type="http://schemas.openxmlformats.org/officeDocument/2006/relationships/image"/><Relationship Id="rId8" Target="../media/image11.jpeg" Type="http://schemas.openxmlformats.org/officeDocument/2006/relationships/image"/><Relationship Id="rId9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jpe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961414" y="7559000"/>
            <a:ext cx="4676477" cy="45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4"/>
              </a:lnSpc>
            </a:pPr>
            <a:r>
              <a:rPr lang="en-US" b="true" sz="27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Teacher Amarjot K. Pandher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9082" y="1362447"/>
            <a:ext cx="16192204" cy="8143690"/>
            <a:chOff x="0" y="0"/>
            <a:chExt cx="145869385" cy="73363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45724602" cy="73218615"/>
            </a:xfrm>
            <a:custGeom>
              <a:avLst/>
              <a:gdLst/>
              <a:ahLst/>
              <a:cxnLst/>
              <a:rect r="r" b="b" t="t" l="l"/>
              <a:pathLst>
                <a:path h="73218615" w="145724602">
                  <a:moveTo>
                    <a:pt x="0" y="0"/>
                  </a:moveTo>
                  <a:lnTo>
                    <a:pt x="145724602" y="0"/>
                  </a:lnTo>
                  <a:lnTo>
                    <a:pt x="145724602" y="73218615"/>
                  </a:lnTo>
                  <a:lnTo>
                    <a:pt x="0" y="7321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869385" cy="73363398"/>
            </a:xfrm>
            <a:custGeom>
              <a:avLst/>
              <a:gdLst/>
              <a:ahLst/>
              <a:cxnLst/>
              <a:rect r="r" b="b" t="t" l="l"/>
              <a:pathLst>
                <a:path h="73363398" w="145869385">
                  <a:moveTo>
                    <a:pt x="145724600" y="73218613"/>
                  </a:moveTo>
                  <a:lnTo>
                    <a:pt x="145869385" y="73218613"/>
                  </a:lnTo>
                  <a:lnTo>
                    <a:pt x="145869385" y="73363398"/>
                  </a:lnTo>
                  <a:lnTo>
                    <a:pt x="145724600" y="73363398"/>
                  </a:lnTo>
                  <a:lnTo>
                    <a:pt x="145724600" y="7321861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218613"/>
                  </a:lnTo>
                  <a:lnTo>
                    <a:pt x="0" y="73218613"/>
                  </a:lnTo>
                  <a:lnTo>
                    <a:pt x="0" y="144780"/>
                  </a:lnTo>
                  <a:close/>
                  <a:moveTo>
                    <a:pt x="0" y="73218613"/>
                  </a:moveTo>
                  <a:lnTo>
                    <a:pt x="144780" y="73218613"/>
                  </a:lnTo>
                  <a:lnTo>
                    <a:pt x="144780" y="73363398"/>
                  </a:lnTo>
                  <a:lnTo>
                    <a:pt x="0" y="73363398"/>
                  </a:lnTo>
                  <a:lnTo>
                    <a:pt x="0" y="73218613"/>
                  </a:lnTo>
                  <a:close/>
                  <a:moveTo>
                    <a:pt x="145724600" y="144780"/>
                  </a:moveTo>
                  <a:lnTo>
                    <a:pt x="145869385" y="144780"/>
                  </a:lnTo>
                  <a:lnTo>
                    <a:pt x="145869385" y="73218613"/>
                  </a:lnTo>
                  <a:lnTo>
                    <a:pt x="145724600" y="73218613"/>
                  </a:lnTo>
                  <a:lnTo>
                    <a:pt x="145724600" y="144780"/>
                  </a:lnTo>
                  <a:close/>
                  <a:moveTo>
                    <a:pt x="144780" y="73218613"/>
                  </a:moveTo>
                  <a:lnTo>
                    <a:pt x="145724600" y="73218613"/>
                  </a:lnTo>
                  <a:lnTo>
                    <a:pt x="145724600" y="73363398"/>
                  </a:lnTo>
                  <a:lnTo>
                    <a:pt x="144780" y="73363398"/>
                  </a:lnTo>
                  <a:lnTo>
                    <a:pt x="144780" y="73218613"/>
                  </a:lnTo>
                  <a:close/>
                  <a:moveTo>
                    <a:pt x="145724600" y="0"/>
                  </a:moveTo>
                  <a:lnTo>
                    <a:pt x="145869385" y="0"/>
                  </a:lnTo>
                  <a:lnTo>
                    <a:pt x="145869385" y="144780"/>
                  </a:lnTo>
                  <a:lnTo>
                    <a:pt x="145724600" y="144780"/>
                  </a:lnTo>
                  <a:lnTo>
                    <a:pt x="1457246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5724600" y="0"/>
                  </a:lnTo>
                  <a:lnTo>
                    <a:pt x="1457246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8867" y="1425022"/>
            <a:ext cx="16390266" cy="7867492"/>
            <a:chOff x="0" y="0"/>
            <a:chExt cx="74353681" cy="356905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74208899" cy="35545737"/>
            </a:xfrm>
            <a:custGeom>
              <a:avLst/>
              <a:gdLst/>
              <a:ahLst/>
              <a:cxnLst/>
              <a:rect r="r" b="b" t="t" l="l"/>
              <a:pathLst>
                <a:path h="35545737" w="74208899">
                  <a:moveTo>
                    <a:pt x="0" y="0"/>
                  </a:moveTo>
                  <a:lnTo>
                    <a:pt x="74208899" y="0"/>
                  </a:lnTo>
                  <a:lnTo>
                    <a:pt x="74208899" y="35545737"/>
                  </a:lnTo>
                  <a:lnTo>
                    <a:pt x="0" y="35545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353682" cy="35690516"/>
            </a:xfrm>
            <a:custGeom>
              <a:avLst/>
              <a:gdLst/>
              <a:ahLst/>
              <a:cxnLst/>
              <a:rect r="r" b="b" t="t" l="l"/>
              <a:pathLst>
                <a:path h="35690516" w="74353682">
                  <a:moveTo>
                    <a:pt x="74208903" y="35545734"/>
                  </a:moveTo>
                  <a:lnTo>
                    <a:pt x="74353682" y="35545734"/>
                  </a:lnTo>
                  <a:lnTo>
                    <a:pt x="74353682" y="35690516"/>
                  </a:lnTo>
                  <a:lnTo>
                    <a:pt x="74208903" y="35690516"/>
                  </a:lnTo>
                  <a:lnTo>
                    <a:pt x="74208903" y="355457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45734"/>
                  </a:lnTo>
                  <a:lnTo>
                    <a:pt x="0" y="35545734"/>
                  </a:lnTo>
                  <a:lnTo>
                    <a:pt x="0" y="144780"/>
                  </a:lnTo>
                  <a:close/>
                  <a:moveTo>
                    <a:pt x="0" y="35545734"/>
                  </a:moveTo>
                  <a:lnTo>
                    <a:pt x="144780" y="35545734"/>
                  </a:lnTo>
                  <a:lnTo>
                    <a:pt x="144780" y="35690516"/>
                  </a:lnTo>
                  <a:lnTo>
                    <a:pt x="0" y="35690516"/>
                  </a:lnTo>
                  <a:lnTo>
                    <a:pt x="0" y="35545734"/>
                  </a:lnTo>
                  <a:close/>
                  <a:moveTo>
                    <a:pt x="74208903" y="144780"/>
                  </a:moveTo>
                  <a:lnTo>
                    <a:pt x="74353682" y="144780"/>
                  </a:lnTo>
                  <a:lnTo>
                    <a:pt x="74353682" y="35545734"/>
                  </a:lnTo>
                  <a:lnTo>
                    <a:pt x="74208903" y="35545734"/>
                  </a:lnTo>
                  <a:lnTo>
                    <a:pt x="74208903" y="144780"/>
                  </a:lnTo>
                  <a:close/>
                  <a:moveTo>
                    <a:pt x="144780" y="35545734"/>
                  </a:moveTo>
                  <a:lnTo>
                    <a:pt x="74208903" y="35545734"/>
                  </a:lnTo>
                  <a:lnTo>
                    <a:pt x="74208903" y="35690516"/>
                  </a:lnTo>
                  <a:lnTo>
                    <a:pt x="144780" y="35690516"/>
                  </a:lnTo>
                  <a:lnTo>
                    <a:pt x="144780" y="35545734"/>
                  </a:lnTo>
                  <a:close/>
                  <a:moveTo>
                    <a:pt x="74208903" y="0"/>
                  </a:moveTo>
                  <a:lnTo>
                    <a:pt x="74353682" y="0"/>
                  </a:lnTo>
                  <a:lnTo>
                    <a:pt x="74353682" y="144780"/>
                  </a:lnTo>
                  <a:lnTo>
                    <a:pt x="74208903" y="144780"/>
                  </a:lnTo>
                  <a:lnTo>
                    <a:pt x="742089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4208903" y="0"/>
                  </a:lnTo>
                  <a:lnTo>
                    <a:pt x="742089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75106" y="6504897"/>
            <a:ext cx="5512716" cy="2203456"/>
            <a:chOff x="0" y="0"/>
            <a:chExt cx="7350288" cy="293794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350288" cy="2937941"/>
              <a:chOff x="0" y="0"/>
              <a:chExt cx="25008179" cy="999587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72390" y="72390"/>
                <a:ext cx="24863400" cy="9851095"/>
              </a:xfrm>
              <a:custGeom>
                <a:avLst/>
                <a:gdLst/>
                <a:ahLst/>
                <a:cxnLst/>
                <a:rect r="r" b="b" t="t" l="l"/>
                <a:pathLst>
                  <a:path h="9851095" w="24863400">
                    <a:moveTo>
                      <a:pt x="0" y="0"/>
                    </a:moveTo>
                    <a:lnTo>
                      <a:pt x="24863400" y="0"/>
                    </a:lnTo>
                    <a:lnTo>
                      <a:pt x="24863400" y="9851095"/>
                    </a:lnTo>
                    <a:lnTo>
                      <a:pt x="0" y="9851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4E6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008179" cy="9995875"/>
              </a:xfrm>
              <a:custGeom>
                <a:avLst/>
                <a:gdLst/>
                <a:ahLst/>
                <a:cxnLst/>
                <a:rect r="r" b="b" t="t" l="l"/>
                <a:pathLst>
                  <a:path h="9995875" w="25008179">
                    <a:moveTo>
                      <a:pt x="24863400" y="9851095"/>
                    </a:moveTo>
                    <a:lnTo>
                      <a:pt x="25008179" y="9851095"/>
                    </a:lnTo>
                    <a:lnTo>
                      <a:pt x="25008179" y="9995875"/>
                    </a:lnTo>
                    <a:lnTo>
                      <a:pt x="24863400" y="9995875"/>
                    </a:lnTo>
                    <a:lnTo>
                      <a:pt x="24863400" y="9851095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9851095"/>
                    </a:lnTo>
                    <a:lnTo>
                      <a:pt x="0" y="9851095"/>
                    </a:lnTo>
                    <a:lnTo>
                      <a:pt x="0" y="144780"/>
                    </a:lnTo>
                    <a:close/>
                    <a:moveTo>
                      <a:pt x="0" y="9851095"/>
                    </a:moveTo>
                    <a:lnTo>
                      <a:pt x="144780" y="9851095"/>
                    </a:lnTo>
                    <a:lnTo>
                      <a:pt x="144780" y="9995875"/>
                    </a:lnTo>
                    <a:lnTo>
                      <a:pt x="0" y="9995875"/>
                    </a:lnTo>
                    <a:lnTo>
                      <a:pt x="0" y="9851095"/>
                    </a:lnTo>
                    <a:close/>
                    <a:moveTo>
                      <a:pt x="24863400" y="144780"/>
                    </a:moveTo>
                    <a:lnTo>
                      <a:pt x="25008179" y="144780"/>
                    </a:lnTo>
                    <a:lnTo>
                      <a:pt x="25008179" y="9851095"/>
                    </a:lnTo>
                    <a:lnTo>
                      <a:pt x="24863400" y="9851095"/>
                    </a:lnTo>
                    <a:lnTo>
                      <a:pt x="24863400" y="144780"/>
                    </a:lnTo>
                    <a:close/>
                    <a:moveTo>
                      <a:pt x="144780" y="9851095"/>
                    </a:moveTo>
                    <a:lnTo>
                      <a:pt x="24863400" y="9851095"/>
                    </a:lnTo>
                    <a:lnTo>
                      <a:pt x="24863400" y="9995875"/>
                    </a:lnTo>
                    <a:lnTo>
                      <a:pt x="144780" y="9995875"/>
                    </a:lnTo>
                    <a:lnTo>
                      <a:pt x="144780" y="9851095"/>
                    </a:lnTo>
                    <a:close/>
                    <a:moveTo>
                      <a:pt x="24863400" y="0"/>
                    </a:moveTo>
                    <a:lnTo>
                      <a:pt x="25008179" y="0"/>
                    </a:lnTo>
                    <a:lnTo>
                      <a:pt x="25008179" y="144780"/>
                    </a:lnTo>
                    <a:lnTo>
                      <a:pt x="24863400" y="144780"/>
                    </a:lnTo>
                    <a:lnTo>
                      <a:pt x="24863400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4863400" y="0"/>
                    </a:lnTo>
                    <a:lnTo>
                      <a:pt x="24863400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552214" y="294855"/>
              <a:ext cx="6245860" cy="2319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en-US" sz="2700" b="true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Grupo 5:</a:t>
              </a:r>
            </a:p>
            <a:p>
              <a:pPr algn="ctr" marL="582930" indent="-291465" lvl="1">
                <a:lnSpc>
                  <a:spcPts val="351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</a:t>
              </a:r>
              <a:r>
                <a:rPr lang="en-US" b="true" sz="27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exander Benavides</a:t>
              </a:r>
            </a:p>
            <a:p>
              <a:pPr algn="ctr" marL="582930" indent="-291465" lvl="1">
                <a:lnSpc>
                  <a:spcPts val="351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Gabriel Calvache</a:t>
              </a:r>
            </a:p>
            <a:p>
              <a:pPr algn="ctr" marL="582930" indent="-291465" lvl="1">
                <a:lnSpc>
                  <a:spcPts val="351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Marjorie Cedeño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8867" y="994486"/>
            <a:ext cx="16390266" cy="499116"/>
            <a:chOff x="0" y="0"/>
            <a:chExt cx="74353681" cy="22642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74208899" cy="2119436"/>
            </a:xfrm>
            <a:custGeom>
              <a:avLst/>
              <a:gdLst/>
              <a:ahLst/>
              <a:cxnLst/>
              <a:rect r="r" b="b" t="t" l="l"/>
              <a:pathLst>
                <a:path h="2119436" w="74208899">
                  <a:moveTo>
                    <a:pt x="0" y="0"/>
                  </a:moveTo>
                  <a:lnTo>
                    <a:pt x="74208899" y="0"/>
                  </a:lnTo>
                  <a:lnTo>
                    <a:pt x="74208899" y="2119436"/>
                  </a:lnTo>
                  <a:lnTo>
                    <a:pt x="0" y="2119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8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353682" cy="2264215"/>
            </a:xfrm>
            <a:custGeom>
              <a:avLst/>
              <a:gdLst/>
              <a:ahLst/>
              <a:cxnLst/>
              <a:rect r="r" b="b" t="t" l="l"/>
              <a:pathLst>
                <a:path h="2264215" w="74353682">
                  <a:moveTo>
                    <a:pt x="74208903" y="2119436"/>
                  </a:moveTo>
                  <a:lnTo>
                    <a:pt x="74353682" y="2119436"/>
                  </a:lnTo>
                  <a:lnTo>
                    <a:pt x="74353682" y="2264215"/>
                  </a:lnTo>
                  <a:lnTo>
                    <a:pt x="74208903" y="2264215"/>
                  </a:lnTo>
                  <a:lnTo>
                    <a:pt x="74208903" y="21194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19436"/>
                  </a:lnTo>
                  <a:lnTo>
                    <a:pt x="0" y="2119436"/>
                  </a:lnTo>
                  <a:lnTo>
                    <a:pt x="0" y="144780"/>
                  </a:lnTo>
                  <a:close/>
                  <a:moveTo>
                    <a:pt x="0" y="2119436"/>
                  </a:moveTo>
                  <a:lnTo>
                    <a:pt x="144780" y="2119436"/>
                  </a:lnTo>
                  <a:lnTo>
                    <a:pt x="144780" y="2264215"/>
                  </a:lnTo>
                  <a:lnTo>
                    <a:pt x="0" y="2264215"/>
                  </a:lnTo>
                  <a:lnTo>
                    <a:pt x="0" y="2119436"/>
                  </a:lnTo>
                  <a:close/>
                  <a:moveTo>
                    <a:pt x="74208903" y="144780"/>
                  </a:moveTo>
                  <a:lnTo>
                    <a:pt x="74353682" y="144780"/>
                  </a:lnTo>
                  <a:lnTo>
                    <a:pt x="74353682" y="2119436"/>
                  </a:lnTo>
                  <a:lnTo>
                    <a:pt x="74208903" y="2119436"/>
                  </a:lnTo>
                  <a:lnTo>
                    <a:pt x="74208903" y="144780"/>
                  </a:lnTo>
                  <a:close/>
                  <a:moveTo>
                    <a:pt x="144780" y="2119436"/>
                  </a:moveTo>
                  <a:lnTo>
                    <a:pt x="74208903" y="2119436"/>
                  </a:lnTo>
                  <a:lnTo>
                    <a:pt x="74208903" y="2264215"/>
                  </a:lnTo>
                  <a:lnTo>
                    <a:pt x="144780" y="2264215"/>
                  </a:lnTo>
                  <a:lnTo>
                    <a:pt x="144780" y="2119436"/>
                  </a:lnTo>
                  <a:close/>
                  <a:moveTo>
                    <a:pt x="74208903" y="0"/>
                  </a:moveTo>
                  <a:lnTo>
                    <a:pt x="74353682" y="0"/>
                  </a:lnTo>
                  <a:lnTo>
                    <a:pt x="74353682" y="144780"/>
                  </a:lnTo>
                  <a:lnTo>
                    <a:pt x="74208903" y="144780"/>
                  </a:lnTo>
                  <a:lnTo>
                    <a:pt x="742089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4208903" y="0"/>
                  </a:lnTo>
                  <a:lnTo>
                    <a:pt x="742089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522736" y="1175470"/>
            <a:ext cx="194976" cy="160252"/>
            <a:chOff x="0" y="0"/>
            <a:chExt cx="553256" cy="4547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3256" cy="454724"/>
            </a:xfrm>
            <a:custGeom>
              <a:avLst/>
              <a:gdLst/>
              <a:ahLst/>
              <a:cxnLst/>
              <a:rect r="r" b="b" t="t" l="l"/>
              <a:pathLst>
                <a:path h="454724" w="553256">
                  <a:moveTo>
                    <a:pt x="0" y="0"/>
                  </a:moveTo>
                  <a:lnTo>
                    <a:pt x="0" y="454724"/>
                  </a:lnTo>
                  <a:lnTo>
                    <a:pt x="553256" y="454724"/>
                  </a:lnTo>
                  <a:lnTo>
                    <a:pt x="553256" y="0"/>
                  </a:lnTo>
                  <a:lnTo>
                    <a:pt x="0" y="0"/>
                  </a:lnTo>
                  <a:close/>
                  <a:moveTo>
                    <a:pt x="492296" y="393764"/>
                  </a:moveTo>
                  <a:lnTo>
                    <a:pt x="59690" y="393764"/>
                  </a:lnTo>
                  <a:lnTo>
                    <a:pt x="59690" y="59690"/>
                  </a:lnTo>
                  <a:lnTo>
                    <a:pt x="492296" y="59690"/>
                  </a:lnTo>
                  <a:lnTo>
                    <a:pt x="492296" y="393764"/>
                  </a:lnTo>
                  <a:close/>
                </a:path>
              </a:pathLst>
            </a:custGeom>
            <a:solidFill>
              <a:srgbClr val="100F0D"/>
            </a:solidFill>
          </p:spPr>
        </p:sp>
      </p:grpSp>
      <p:sp>
        <p:nvSpPr>
          <p:cNvPr name="AutoShape 21" id="21"/>
          <p:cNvSpPr/>
          <p:nvPr/>
        </p:nvSpPr>
        <p:spPr>
          <a:xfrm rot="0">
            <a:off x="16123732" y="1300357"/>
            <a:ext cx="183357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48867" y="994486"/>
            <a:ext cx="16390266" cy="499116"/>
            <a:chOff x="0" y="0"/>
            <a:chExt cx="21853688" cy="66548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1853688" cy="665488"/>
              <a:chOff x="0" y="0"/>
              <a:chExt cx="74353681" cy="226421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72390" y="72390"/>
                <a:ext cx="742088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74208899">
                    <a:moveTo>
                      <a:pt x="0" y="0"/>
                    </a:moveTo>
                    <a:lnTo>
                      <a:pt x="74208899" y="0"/>
                    </a:lnTo>
                    <a:lnTo>
                      <a:pt x="742088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4353682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74353682">
                    <a:moveTo>
                      <a:pt x="74208903" y="2119436"/>
                    </a:moveTo>
                    <a:lnTo>
                      <a:pt x="74353682" y="2119436"/>
                    </a:lnTo>
                    <a:lnTo>
                      <a:pt x="74353682" y="2264215"/>
                    </a:lnTo>
                    <a:lnTo>
                      <a:pt x="74208903" y="2264215"/>
                    </a:lnTo>
                    <a:lnTo>
                      <a:pt x="74208903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74208903" y="144780"/>
                    </a:moveTo>
                    <a:lnTo>
                      <a:pt x="74353682" y="144780"/>
                    </a:lnTo>
                    <a:lnTo>
                      <a:pt x="74353682" y="2119436"/>
                    </a:lnTo>
                    <a:lnTo>
                      <a:pt x="74208903" y="2119436"/>
                    </a:lnTo>
                    <a:lnTo>
                      <a:pt x="74208903" y="144780"/>
                    </a:lnTo>
                    <a:close/>
                    <a:moveTo>
                      <a:pt x="144780" y="2119436"/>
                    </a:moveTo>
                    <a:lnTo>
                      <a:pt x="74208903" y="2119436"/>
                    </a:lnTo>
                    <a:lnTo>
                      <a:pt x="74208903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74208903" y="0"/>
                    </a:moveTo>
                    <a:lnTo>
                      <a:pt x="74353682" y="0"/>
                    </a:lnTo>
                    <a:lnTo>
                      <a:pt x="74353682" y="144780"/>
                    </a:lnTo>
                    <a:lnTo>
                      <a:pt x="74208903" y="144780"/>
                    </a:lnTo>
                    <a:lnTo>
                      <a:pt x="74208903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74208903" y="0"/>
                    </a:lnTo>
                    <a:lnTo>
                      <a:pt x="74208903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20767221" y="216417"/>
              <a:ext cx="259969" cy="246863"/>
              <a:chOff x="0" y="0"/>
              <a:chExt cx="553256" cy="52536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28" id="28"/>
            <p:cNvSpPr/>
            <p:nvPr/>
          </p:nvSpPr>
          <p:spPr>
            <a:xfrm>
              <a:off x="20284058" y="444230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2563448">
              <a:off x="21227293" y="192430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3" y="0"/>
                  </a:lnTo>
                  <a:lnTo>
                    <a:pt x="311433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3085801" y="1845419"/>
            <a:ext cx="3221288" cy="3139737"/>
          </a:xfrm>
          <a:custGeom>
            <a:avLst/>
            <a:gdLst/>
            <a:ahLst/>
            <a:cxnLst/>
            <a:rect r="r" b="b" t="t" l="l"/>
            <a:pathLst>
              <a:path h="3139737" w="3221288">
                <a:moveTo>
                  <a:pt x="0" y="0"/>
                </a:moveTo>
                <a:lnTo>
                  <a:pt x="3221289" y="0"/>
                </a:lnTo>
                <a:lnTo>
                  <a:pt x="3221289" y="3139737"/>
                </a:lnTo>
                <a:lnTo>
                  <a:pt x="0" y="3139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413041" y="5143500"/>
            <a:ext cx="5345521" cy="3655000"/>
          </a:xfrm>
          <a:custGeom>
            <a:avLst/>
            <a:gdLst/>
            <a:ahLst/>
            <a:cxnLst/>
            <a:rect r="r" b="b" t="t" l="l"/>
            <a:pathLst>
              <a:path h="3655000" w="5345521">
                <a:moveTo>
                  <a:pt x="0" y="0"/>
                </a:moveTo>
                <a:lnTo>
                  <a:pt x="5345521" y="0"/>
                </a:lnTo>
                <a:lnTo>
                  <a:pt x="5345521" y="3655000"/>
                </a:lnTo>
                <a:lnTo>
                  <a:pt x="0" y="3655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936716" y="2262735"/>
            <a:ext cx="10511211" cy="386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7726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Algoritmo de dijkstra y grafos bipartidos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44882" y="1362447"/>
            <a:ext cx="10264553" cy="8143690"/>
            <a:chOff x="0" y="0"/>
            <a:chExt cx="92469438" cy="733633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92324655" cy="73218615"/>
            </a:xfrm>
            <a:custGeom>
              <a:avLst/>
              <a:gdLst/>
              <a:ahLst/>
              <a:cxnLst/>
              <a:rect r="r" b="b" t="t" l="l"/>
              <a:pathLst>
                <a:path h="73218615" w="92324655">
                  <a:moveTo>
                    <a:pt x="0" y="0"/>
                  </a:moveTo>
                  <a:lnTo>
                    <a:pt x="92324655" y="0"/>
                  </a:lnTo>
                  <a:lnTo>
                    <a:pt x="92324655" y="73218615"/>
                  </a:lnTo>
                  <a:lnTo>
                    <a:pt x="0" y="7321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469438" cy="73363398"/>
            </a:xfrm>
            <a:custGeom>
              <a:avLst/>
              <a:gdLst/>
              <a:ahLst/>
              <a:cxnLst/>
              <a:rect r="r" b="b" t="t" l="l"/>
              <a:pathLst>
                <a:path h="73363398" w="92469438">
                  <a:moveTo>
                    <a:pt x="92324659" y="73218613"/>
                  </a:moveTo>
                  <a:lnTo>
                    <a:pt x="92469438" y="73218613"/>
                  </a:lnTo>
                  <a:lnTo>
                    <a:pt x="92469438" y="73363398"/>
                  </a:lnTo>
                  <a:lnTo>
                    <a:pt x="92324659" y="73363398"/>
                  </a:lnTo>
                  <a:lnTo>
                    <a:pt x="92324659" y="7321861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218613"/>
                  </a:lnTo>
                  <a:lnTo>
                    <a:pt x="0" y="73218613"/>
                  </a:lnTo>
                  <a:lnTo>
                    <a:pt x="0" y="144780"/>
                  </a:lnTo>
                  <a:close/>
                  <a:moveTo>
                    <a:pt x="0" y="73218613"/>
                  </a:moveTo>
                  <a:lnTo>
                    <a:pt x="144780" y="73218613"/>
                  </a:lnTo>
                  <a:lnTo>
                    <a:pt x="144780" y="73363398"/>
                  </a:lnTo>
                  <a:lnTo>
                    <a:pt x="0" y="73363398"/>
                  </a:lnTo>
                  <a:lnTo>
                    <a:pt x="0" y="73218613"/>
                  </a:lnTo>
                  <a:close/>
                  <a:moveTo>
                    <a:pt x="92324659" y="144780"/>
                  </a:moveTo>
                  <a:lnTo>
                    <a:pt x="92469438" y="144780"/>
                  </a:lnTo>
                  <a:lnTo>
                    <a:pt x="92469438" y="73218613"/>
                  </a:lnTo>
                  <a:lnTo>
                    <a:pt x="92324659" y="73218613"/>
                  </a:lnTo>
                  <a:lnTo>
                    <a:pt x="92324659" y="144780"/>
                  </a:lnTo>
                  <a:close/>
                  <a:moveTo>
                    <a:pt x="144780" y="73218613"/>
                  </a:moveTo>
                  <a:lnTo>
                    <a:pt x="92324659" y="73218613"/>
                  </a:lnTo>
                  <a:lnTo>
                    <a:pt x="92324659" y="73363398"/>
                  </a:lnTo>
                  <a:lnTo>
                    <a:pt x="144780" y="73363398"/>
                  </a:lnTo>
                  <a:lnTo>
                    <a:pt x="144780" y="73218613"/>
                  </a:lnTo>
                  <a:close/>
                  <a:moveTo>
                    <a:pt x="92324659" y="0"/>
                  </a:moveTo>
                  <a:lnTo>
                    <a:pt x="92469438" y="0"/>
                  </a:lnTo>
                  <a:lnTo>
                    <a:pt x="92469438" y="144780"/>
                  </a:lnTo>
                  <a:lnTo>
                    <a:pt x="92324659" y="144780"/>
                  </a:lnTo>
                  <a:lnTo>
                    <a:pt x="9232465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92324659" y="0"/>
                  </a:lnTo>
                  <a:lnTo>
                    <a:pt x="9232465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425022"/>
            <a:ext cx="15788582" cy="7867492"/>
            <a:chOff x="0" y="0"/>
            <a:chExt cx="71624169" cy="35690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71479391" cy="35545737"/>
            </a:xfrm>
            <a:custGeom>
              <a:avLst/>
              <a:gdLst/>
              <a:ahLst/>
              <a:cxnLst/>
              <a:rect r="r" b="b" t="t" l="l"/>
              <a:pathLst>
                <a:path h="35545737" w="71479391">
                  <a:moveTo>
                    <a:pt x="0" y="0"/>
                  </a:moveTo>
                  <a:lnTo>
                    <a:pt x="71479391" y="0"/>
                  </a:lnTo>
                  <a:lnTo>
                    <a:pt x="71479391" y="35545737"/>
                  </a:lnTo>
                  <a:lnTo>
                    <a:pt x="0" y="35545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624168" cy="35690516"/>
            </a:xfrm>
            <a:custGeom>
              <a:avLst/>
              <a:gdLst/>
              <a:ahLst/>
              <a:cxnLst/>
              <a:rect r="r" b="b" t="t" l="l"/>
              <a:pathLst>
                <a:path h="35690516" w="71624168">
                  <a:moveTo>
                    <a:pt x="71479389" y="35545734"/>
                  </a:moveTo>
                  <a:lnTo>
                    <a:pt x="71624168" y="35545734"/>
                  </a:lnTo>
                  <a:lnTo>
                    <a:pt x="71624168" y="35690516"/>
                  </a:lnTo>
                  <a:lnTo>
                    <a:pt x="71479389" y="35690516"/>
                  </a:lnTo>
                  <a:lnTo>
                    <a:pt x="71479389" y="355457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45734"/>
                  </a:lnTo>
                  <a:lnTo>
                    <a:pt x="0" y="35545734"/>
                  </a:lnTo>
                  <a:lnTo>
                    <a:pt x="0" y="144780"/>
                  </a:lnTo>
                  <a:close/>
                  <a:moveTo>
                    <a:pt x="0" y="35545734"/>
                  </a:moveTo>
                  <a:lnTo>
                    <a:pt x="144780" y="35545734"/>
                  </a:lnTo>
                  <a:lnTo>
                    <a:pt x="144780" y="35690516"/>
                  </a:lnTo>
                  <a:lnTo>
                    <a:pt x="0" y="35690516"/>
                  </a:lnTo>
                  <a:lnTo>
                    <a:pt x="0" y="35545734"/>
                  </a:lnTo>
                  <a:close/>
                  <a:moveTo>
                    <a:pt x="71479389" y="144780"/>
                  </a:moveTo>
                  <a:lnTo>
                    <a:pt x="71624168" y="144780"/>
                  </a:lnTo>
                  <a:lnTo>
                    <a:pt x="71624168" y="35545734"/>
                  </a:lnTo>
                  <a:lnTo>
                    <a:pt x="71479389" y="35545734"/>
                  </a:lnTo>
                  <a:lnTo>
                    <a:pt x="71479389" y="144780"/>
                  </a:lnTo>
                  <a:close/>
                  <a:moveTo>
                    <a:pt x="144780" y="35545734"/>
                  </a:moveTo>
                  <a:lnTo>
                    <a:pt x="71479389" y="35545734"/>
                  </a:lnTo>
                  <a:lnTo>
                    <a:pt x="71479389" y="35690516"/>
                  </a:lnTo>
                  <a:lnTo>
                    <a:pt x="144780" y="35690516"/>
                  </a:lnTo>
                  <a:lnTo>
                    <a:pt x="144780" y="35545734"/>
                  </a:lnTo>
                  <a:close/>
                  <a:moveTo>
                    <a:pt x="71479389" y="0"/>
                  </a:moveTo>
                  <a:lnTo>
                    <a:pt x="71624168" y="0"/>
                  </a:lnTo>
                  <a:lnTo>
                    <a:pt x="71624168" y="144780"/>
                  </a:lnTo>
                  <a:lnTo>
                    <a:pt x="71479389" y="144780"/>
                  </a:lnTo>
                  <a:lnTo>
                    <a:pt x="714793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1479389" y="0"/>
                  </a:lnTo>
                  <a:lnTo>
                    <a:pt x="714793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91146" y="4318411"/>
            <a:ext cx="6058447" cy="520469"/>
            <a:chOff x="0" y="0"/>
            <a:chExt cx="8077929" cy="69395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Algoritmo Dijkstra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909744"/>
            <a:ext cx="15788582" cy="760128"/>
            <a:chOff x="0" y="0"/>
            <a:chExt cx="21051442" cy="101350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051442" cy="1013504"/>
              <a:chOff x="0" y="0"/>
              <a:chExt cx="47029911" cy="226421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72390" y="72390"/>
                <a:ext cx="46885131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46885131">
                    <a:moveTo>
                      <a:pt x="0" y="0"/>
                    </a:moveTo>
                    <a:lnTo>
                      <a:pt x="46885131" y="0"/>
                    </a:lnTo>
                    <a:lnTo>
                      <a:pt x="46885131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7029911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47029911">
                    <a:moveTo>
                      <a:pt x="46885132" y="2119436"/>
                    </a:moveTo>
                    <a:lnTo>
                      <a:pt x="47029911" y="2119436"/>
                    </a:lnTo>
                    <a:lnTo>
                      <a:pt x="47029911" y="2264215"/>
                    </a:lnTo>
                    <a:lnTo>
                      <a:pt x="46885132" y="2264215"/>
                    </a:lnTo>
                    <a:lnTo>
                      <a:pt x="46885132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46885132" y="144780"/>
                    </a:moveTo>
                    <a:lnTo>
                      <a:pt x="47029911" y="144780"/>
                    </a:lnTo>
                    <a:lnTo>
                      <a:pt x="47029911" y="2119436"/>
                    </a:lnTo>
                    <a:lnTo>
                      <a:pt x="46885132" y="2119436"/>
                    </a:lnTo>
                    <a:lnTo>
                      <a:pt x="46885132" y="144780"/>
                    </a:lnTo>
                    <a:close/>
                    <a:moveTo>
                      <a:pt x="144780" y="2119436"/>
                    </a:moveTo>
                    <a:lnTo>
                      <a:pt x="46885132" y="2119436"/>
                    </a:lnTo>
                    <a:lnTo>
                      <a:pt x="46885132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46885132" y="0"/>
                    </a:moveTo>
                    <a:lnTo>
                      <a:pt x="47029911" y="0"/>
                    </a:lnTo>
                    <a:lnTo>
                      <a:pt x="47029911" y="144780"/>
                    </a:lnTo>
                    <a:lnTo>
                      <a:pt x="46885132" y="144780"/>
                    </a:lnTo>
                    <a:lnTo>
                      <a:pt x="4688513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46885132" y="0"/>
                    </a:lnTo>
                    <a:lnTo>
                      <a:pt x="4688513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9432350" y="367506"/>
              <a:ext cx="395919" cy="325408"/>
              <a:chOff x="0" y="0"/>
              <a:chExt cx="553256" cy="45472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53256" cy="454724"/>
              </a:xfrm>
              <a:custGeom>
                <a:avLst/>
                <a:gdLst/>
                <a:ahLst/>
                <a:cxnLst/>
                <a:rect r="r" b="b" t="t" l="l"/>
                <a:pathLst>
                  <a:path h="454724" w="553256">
                    <a:moveTo>
                      <a:pt x="0" y="0"/>
                    </a:moveTo>
                    <a:lnTo>
                      <a:pt x="0" y="454724"/>
                    </a:lnTo>
                    <a:lnTo>
                      <a:pt x="553256" y="454724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393764"/>
                    </a:moveTo>
                    <a:lnTo>
                      <a:pt x="59690" y="393764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393764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21" id="21"/>
            <p:cNvSpPr/>
            <p:nvPr/>
          </p:nvSpPr>
          <p:spPr>
            <a:xfrm>
              <a:off x="18622134" y="650114"/>
              <a:ext cx="372325" cy="0"/>
            </a:xfrm>
            <a:prstGeom prst="line">
              <a:avLst/>
            </a:prstGeom>
            <a:ln cap="rnd" w="5802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2563448">
              <a:off x="20063507" y="301984"/>
              <a:ext cx="474296" cy="474296"/>
            </a:xfrm>
            <a:custGeom>
              <a:avLst/>
              <a:gdLst/>
              <a:ahLst/>
              <a:cxnLst/>
              <a:rect r="r" b="b" t="t" l="l"/>
              <a:pathLst>
                <a:path h="474296" w="474296">
                  <a:moveTo>
                    <a:pt x="0" y="0"/>
                  </a:moveTo>
                  <a:lnTo>
                    <a:pt x="474296" y="0"/>
                  </a:lnTo>
                  <a:lnTo>
                    <a:pt x="474296" y="474296"/>
                  </a:lnTo>
                  <a:lnTo>
                    <a:pt x="0" y="474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56262" y="4318411"/>
            <a:ext cx="6058447" cy="520469"/>
            <a:chOff x="0" y="0"/>
            <a:chExt cx="8077929" cy="69395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Grafo Bipartido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120120" y="5143500"/>
            <a:ext cx="4147548" cy="3134120"/>
          </a:xfrm>
          <a:custGeom>
            <a:avLst/>
            <a:gdLst/>
            <a:ahLst/>
            <a:cxnLst/>
            <a:rect r="r" b="b" t="t" l="l"/>
            <a:pathLst>
              <a:path h="3134120" w="4147548">
                <a:moveTo>
                  <a:pt x="0" y="0"/>
                </a:moveTo>
                <a:lnTo>
                  <a:pt x="4147547" y="0"/>
                </a:lnTo>
                <a:lnTo>
                  <a:pt x="4147547" y="3134120"/>
                </a:lnTo>
                <a:lnTo>
                  <a:pt x="0" y="3134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00580" y="5143500"/>
            <a:ext cx="2569811" cy="3304043"/>
          </a:xfrm>
          <a:custGeom>
            <a:avLst/>
            <a:gdLst/>
            <a:ahLst/>
            <a:cxnLst/>
            <a:rect r="r" b="b" t="t" l="l"/>
            <a:pathLst>
              <a:path h="3304043" w="2569811">
                <a:moveTo>
                  <a:pt x="0" y="0"/>
                </a:moveTo>
                <a:lnTo>
                  <a:pt x="2569811" y="0"/>
                </a:lnTo>
                <a:lnTo>
                  <a:pt x="2569811" y="3304043"/>
                </a:lnTo>
                <a:lnTo>
                  <a:pt x="0" y="33040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120120" y="1772932"/>
            <a:ext cx="11605742" cy="199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3"/>
              </a:lnSpc>
            </a:pPr>
            <a:r>
              <a:rPr lang="en-US" sz="5910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Introduccion a Dijkstra y Grafos bipartidos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53776" y="7705546"/>
            <a:ext cx="3878458" cy="36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Complejidad temporal (O(n^2))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85485" y="8220470"/>
            <a:ext cx="1284905" cy="36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G = (V, A)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564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325417"/>
            <a:ext cx="9236514" cy="4370878"/>
            <a:chOff x="0" y="0"/>
            <a:chExt cx="121144146" cy="573274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20999364" cy="57182720"/>
            </a:xfrm>
            <a:custGeom>
              <a:avLst/>
              <a:gdLst/>
              <a:ahLst/>
              <a:cxnLst/>
              <a:rect r="r" b="b" t="t" l="l"/>
              <a:pathLst>
                <a:path h="57182720" w="120999364">
                  <a:moveTo>
                    <a:pt x="0" y="0"/>
                  </a:moveTo>
                  <a:lnTo>
                    <a:pt x="120999364" y="0"/>
                  </a:lnTo>
                  <a:lnTo>
                    <a:pt x="120999364" y="57182720"/>
                  </a:lnTo>
                  <a:lnTo>
                    <a:pt x="0" y="57182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144147" cy="57327496"/>
            </a:xfrm>
            <a:custGeom>
              <a:avLst/>
              <a:gdLst/>
              <a:ahLst/>
              <a:cxnLst/>
              <a:rect r="r" b="b" t="t" l="l"/>
              <a:pathLst>
                <a:path h="57327496" w="121144147">
                  <a:moveTo>
                    <a:pt x="120999362" y="57182717"/>
                  </a:moveTo>
                  <a:lnTo>
                    <a:pt x="121144147" y="57182717"/>
                  </a:lnTo>
                  <a:lnTo>
                    <a:pt x="121144147" y="57327496"/>
                  </a:lnTo>
                  <a:lnTo>
                    <a:pt x="120999362" y="57327496"/>
                  </a:lnTo>
                  <a:lnTo>
                    <a:pt x="120999362" y="5718271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82717"/>
                  </a:lnTo>
                  <a:lnTo>
                    <a:pt x="0" y="57182717"/>
                  </a:lnTo>
                  <a:lnTo>
                    <a:pt x="0" y="144780"/>
                  </a:lnTo>
                  <a:close/>
                  <a:moveTo>
                    <a:pt x="0" y="57182717"/>
                  </a:moveTo>
                  <a:lnTo>
                    <a:pt x="144780" y="57182717"/>
                  </a:lnTo>
                  <a:lnTo>
                    <a:pt x="144780" y="57327496"/>
                  </a:lnTo>
                  <a:lnTo>
                    <a:pt x="0" y="57327496"/>
                  </a:lnTo>
                  <a:lnTo>
                    <a:pt x="0" y="57182717"/>
                  </a:lnTo>
                  <a:close/>
                  <a:moveTo>
                    <a:pt x="120999362" y="144780"/>
                  </a:moveTo>
                  <a:lnTo>
                    <a:pt x="121144147" y="144780"/>
                  </a:lnTo>
                  <a:lnTo>
                    <a:pt x="121144147" y="57182717"/>
                  </a:lnTo>
                  <a:lnTo>
                    <a:pt x="120999362" y="57182717"/>
                  </a:lnTo>
                  <a:lnTo>
                    <a:pt x="120999362" y="144780"/>
                  </a:lnTo>
                  <a:close/>
                  <a:moveTo>
                    <a:pt x="144780" y="57182717"/>
                  </a:moveTo>
                  <a:lnTo>
                    <a:pt x="120999362" y="57182717"/>
                  </a:lnTo>
                  <a:lnTo>
                    <a:pt x="120999362" y="57327496"/>
                  </a:lnTo>
                  <a:lnTo>
                    <a:pt x="144780" y="57327496"/>
                  </a:lnTo>
                  <a:lnTo>
                    <a:pt x="144780" y="57182717"/>
                  </a:lnTo>
                  <a:close/>
                  <a:moveTo>
                    <a:pt x="120999362" y="0"/>
                  </a:moveTo>
                  <a:lnTo>
                    <a:pt x="121144147" y="0"/>
                  </a:lnTo>
                  <a:lnTo>
                    <a:pt x="121144147" y="144780"/>
                  </a:lnTo>
                  <a:lnTo>
                    <a:pt x="120999362" y="144780"/>
                  </a:lnTo>
                  <a:lnTo>
                    <a:pt x="1209993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0999362" y="0"/>
                  </a:lnTo>
                  <a:lnTo>
                    <a:pt x="1209993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896216"/>
            <a:ext cx="8914922" cy="4635876"/>
            <a:chOff x="0" y="0"/>
            <a:chExt cx="52924529" cy="27521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52779751" cy="27376669"/>
            </a:xfrm>
            <a:custGeom>
              <a:avLst/>
              <a:gdLst/>
              <a:ahLst/>
              <a:cxnLst/>
              <a:rect r="r" b="b" t="t" l="l"/>
              <a:pathLst>
                <a:path h="27376669" w="52779751">
                  <a:moveTo>
                    <a:pt x="0" y="0"/>
                  </a:moveTo>
                  <a:lnTo>
                    <a:pt x="52779751" y="0"/>
                  </a:lnTo>
                  <a:lnTo>
                    <a:pt x="52779751" y="27376669"/>
                  </a:lnTo>
                  <a:lnTo>
                    <a:pt x="0" y="27376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924528" cy="27521449"/>
            </a:xfrm>
            <a:custGeom>
              <a:avLst/>
              <a:gdLst/>
              <a:ahLst/>
              <a:cxnLst/>
              <a:rect r="r" b="b" t="t" l="l"/>
              <a:pathLst>
                <a:path h="27521449" w="52924528">
                  <a:moveTo>
                    <a:pt x="52779749" y="27376670"/>
                  </a:moveTo>
                  <a:lnTo>
                    <a:pt x="52924528" y="27376670"/>
                  </a:lnTo>
                  <a:lnTo>
                    <a:pt x="52924528" y="27521449"/>
                  </a:lnTo>
                  <a:lnTo>
                    <a:pt x="52779749" y="27521449"/>
                  </a:lnTo>
                  <a:lnTo>
                    <a:pt x="52779749" y="2737667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7376670"/>
                  </a:lnTo>
                  <a:lnTo>
                    <a:pt x="0" y="27376670"/>
                  </a:lnTo>
                  <a:lnTo>
                    <a:pt x="0" y="144780"/>
                  </a:lnTo>
                  <a:close/>
                  <a:moveTo>
                    <a:pt x="0" y="27376670"/>
                  </a:moveTo>
                  <a:lnTo>
                    <a:pt x="144780" y="27376670"/>
                  </a:lnTo>
                  <a:lnTo>
                    <a:pt x="144780" y="27521449"/>
                  </a:lnTo>
                  <a:lnTo>
                    <a:pt x="0" y="27521449"/>
                  </a:lnTo>
                  <a:lnTo>
                    <a:pt x="0" y="27376670"/>
                  </a:lnTo>
                  <a:close/>
                  <a:moveTo>
                    <a:pt x="52779749" y="144780"/>
                  </a:moveTo>
                  <a:lnTo>
                    <a:pt x="52924528" y="144780"/>
                  </a:lnTo>
                  <a:lnTo>
                    <a:pt x="52924528" y="27376670"/>
                  </a:lnTo>
                  <a:lnTo>
                    <a:pt x="52779749" y="27376670"/>
                  </a:lnTo>
                  <a:lnTo>
                    <a:pt x="52779749" y="144780"/>
                  </a:lnTo>
                  <a:close/>
                  <a:moveTo>
                    <a:pt x="144780" y="27376670"/>
                  </a:moveTo>
                  <a:lnTo>
                    <a:pt x="52779749" y="27376670"/>
                  </a:lnTo>
                  <a:lnTo>
                    <a:pt x="52779749" y="27521449"/>
                  </a:lnTo>
                  <a:lnTo>
                    <a:pt x="144780" y="27521449"/>
                  </a:lnTo>
                  <a:lnTo>
                    <a:pt x="144780" y="27376670"/>
                  </a:lnTo>
                  <a:close/>
                  <a:moveTo>
                    <a:pt x="52779749" y="0"/>
                  </a:moveTo>
                  <a:lnTo>
                    <a:pt x="52924528" y="0"/>
                  </a:lnTo>
                  <a:lnTo>
                    <a:pt x="52924528" y="144780"/>
                  </a:lnTo>
                  <a:lnTo>
                    <a:pt x="52779749" y="144780"/>
                  </a:lnTo>
                  <a:lnTo>
                    <a:pt x="5277974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2779749" y="0"/>
                  </a:lnTo>
                  <a:lnTo>
                    <a:pt x="5277974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1896216"/>
            <a:ext cx="8914922" cy="429201"/>
            <a:chOff x="0" y="0"/>
            <a:chExt cx="11886562" cy="57226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886562" cy="572269"/>
              <a:chOff x="0" y="0"/>
              <a:chExt cx="47029911" cy="22642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72390" y="72390"/>
                <a:ext cx="46885131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46885131">
                    <a:moveTo>
                      <a:pt x="0" y="0"/>
                    </a:moveTo>
                    <a:lnTo>
                      <a:pt x="46885131" y="0"/>
                    </a:lnTo>
                    <a:lnTo>
                      <a:pt x="46885131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7029911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47029911">
                    <a:moveTo>
                      <a:pt x="46885132" y="2119436"/>
                    </a:moveTo>
                    <a:lnTo>
                      <a:pt x="47029911" y="2119436"/>
                    </a:lnTo>
                    <a:lnTo>
                      <a:pt x="47029911" y="2264215"/>
                    </a:lnTo>
                    <a:lnTo>
                      <a:pt x="46885132" y="2264215"/>
                    </a:lnTo>
                    <a:lnTo>
                      <a:pt x="46885132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46885132" y="144780"/>
                    </a:moveTo>
                    <a:lnTo>
                      <a:pt x="47029911" y="144780"/>
                    </a:lnTo>
                    <a:lnTo>
                      <a:pt x="47029911" y="2119436"/>
                    </a:lnTo>
                    <a:lnTo>
                      <a:pt x="46885132" y="2119436"/>
                    </a:lnTo>
                    <a:lnTo>
                      <a:pt x="46885132" y="144780"/>
                    </a:lnTo>
                    <a:close/>
                    <a:moveTo>
                      <a:pt x="144780" y="2119436"/>
                    </a:moveTo>
                    <a:lnTo>
                      <a:pt x="46885132" y="2119436"/>
                    </a:lnTo>
                    <a:lnTo>
                      <a:pt x="46885132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46885132" y="0"/>
                    </a:moveTo>
                    <a:lnTo>
                      <a:pt x="47029911" y="0"/>
                    </a:lnTo>
                    <a:lnTo>
                      <a:pt x="47029911" y="144780"/>
                    </a:lnTo>
                    <a:lnTo>
                      <a:pt x="46885132" y="144780"/>
                    </a:lnTo>
                    <a:lnTo>
                      <a:pt x="4688513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46885132" y="0"/>
                    </a:lnTo>
                    <a:lnTo>
                      <a:pt x="4688513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0969919" y="186102"/>
              <a:ext cx="223553" cy="212283"/>
              <a:chOff x="0" y="0"/>
              <a:chExt cx="553256" cy="52536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16" id="16"/>
            <p:cNvSpPr/>
            <p:nvPr/>
          </p:nvSpPr>
          <p:spPr>
            <a:xfrm>
              <a:off x="10554436" y="382004"/>
              <a:ext cx="210231" cy="0"/>
            </a:xfrm>
            <a:prstGeom prst="line">
              <a:avLst/>
            </a:prstGeom>
            <a:ln cap="rnd" w="3276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2563448">
              <a:off x="11365546" y="165475"/>
              <a:ext cx="267808" cy="267808"/>
            </a:xfrm>
            <a:custGeom>
              <a:avLst/>
              <a:gdLst/>
              <a:ahLst/>
              <a:cxnLst/>
              <a:rect r="r" b="b" t="t" l="l"/>
              <a:pathLst>
                <a:path h="267808" w="267808">
                  <a:moveTo>
                    <a:pt x="0" y="0"/>
                  </a:moveTo>
                  <a:lnTo>
                    <a:pt x="267808" y="0"/>
                  </a:lnTo>
                  <a:lnTo>
                    <a:pt x="267808" y="267809"/>
                  </a:lnTo>
                  <a:lnTo>
                    <a:pt x="0" y="267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327501" y="2632937"/>
            <a:ext cx="2180870" cy="1275809"/>
          </a:xfrm>
          <a:custGeom>
            <a:avLst/>
            <a:gdLst/>
            <a:ahLst/>
            <a:cxnLst/>
            <a:rect r="r" b="b" t="t" l="l"/>
            <a:pathLst>
              <a:path h="1275809" w="2180870">
                <a:moveTo>
                  <a:pt x="0" y="0"/>
                </a:moveTo>
                <a:lnTo>
                  <a:pt x="2180869" y="0"/>
                </a:lnTo>
                <a:lnTo>
                  <a:pt x="2180869" y="1275808"/>
                </a:lnTo>
                <a:lnTo>
                  <a:pt x="0" y="1275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962639" y="2632937"/>
            <a:ext cx="2331189" cy="1367237"/>
          </a:xfrm>
          <a:custGeom>
            <a:avLst/>
            <a:gdLst/>
            <a:ahLst/>
            <a:cxnLst/>
            <a:rect r="r" b="b" t="t" l="l"/>
            <a:pathLst>
              <a:path h="1367237" w="2331189">
                <a:moveTo>
                  <a:pt x="0" y="0"/>
                </a:moveTo>
                <a:lnTo>
                  <a:pt x="2331189" y="0"/>
                </a:lnTo>
                <a:lnTo>
                  <a:pt x="2331189" y="1367237"/>
                </a:lnTo>
                <a:lnTo>
                  <a:pt x="0" y="1367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91447" y="4000174"/>
            <a:ext cx="2213205" cy="1474548"/>
          </a:xfrm>
          <a:custGeom>
            <a:avLst/>
            <a:gdLst/>
            <a:ahLst/>
            <a:cxnLst/>
            <a:rect r="r" b="b" t="t" l="l"/>
            <a:pathLst>
              <a:path h="1474548" w="2213205">
                <a:moveTo>
                  <a:pt x="0" y="0"/>
                </a:moveTo>
                <a:lnTo>
                  <a:pt x="2213206" y="0"/>
                </a:lnTo>
                <a:lnTo>
                  <a:pt x="2213206" y="1474548"/>
                </a:lnTo>
                <a:lnTo>
                  <a:pt x="0" y="1474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029767" y="4558288"/>
            <a:ext cx="2298774" cy="1295934"/>
          </a:xfrm>
          <a:custGeom>
            <a:avLst/>
            <a:gdLst/>
            <a:ahLst/>
            <a:cxnLst/>
            <a:rect r="r" b="b" t="t" l="l"/>
            <a:pathLst>
              <a:path h="1295934" w="2298774">
                <a:moveTo>
                  <a:pt x="0" y="0"/>
                </a:moveTo>
                <a:lnTo>
                  <a:pt x="2298774" y="0"/>
                </a:lnTo>
                <a:lnTo>
                  <a:pt x="2298774" y="1295934"/>
                </a:lnTo>
                <a:lnTo>
                  <a:pt x="0" y="12959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57057" y="4558288"/>
            <a:ext cx="2436771" cy="1501660"/>
          </a:xfrm>
          <a:custGeom>
            <a:avLst/>
            <a:gdLst/>
            <a:ahLst/>
            <a:cxnLst/>
            <a:rect r="r" b="b" t="t" l="l"/>
            <a:pathLst>
              <a:path h="1501660" w="2436771">
                <a:moveTo>
                  <a:pt x="0" y="0"/>
                </a:moveTo>
                <a:lnTo>
                  <a:pt x="2436771" y="0"/>
                </a:lnTo>
                <a:lnTo>
                  <a:pt x="2436771" y="1501660"/>
                </a:lnTo>
                <a:lnTo>
                  <a:pt x="0" y="1501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236514" y="4887422"/>
            <a:ext cx="9236514" cy="4370878"/>
            <a:chOff x="0" y="0"/>
            <a:chExt cx="121144146" cy="573274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72390" y="72390"/>
              <a:ext cx="120999364" cy="57182720"/>
            </a:xfrm>
            <a:custGeom>
              <a:avLst/>
              <a:gdLst/>
              <a:ahLst/>
              <a:cxnLst/>
              <a:rect r="r" b="b" t="t" l="l"/>
              <a:pathLst>
                <a:path h="57182720" w="120999364">
                  <a:moveTo>
                    <a:pt x="0" y="0"/>
                  </a:moveTo>
                  <a:lnTo>
                    <a:pt x="120999364" y="0"/>
                  </a:lnTo>
                  <a:lnTo>
                    <a:pt x="120999364" y="57182720"/>
                  </a:lnTo>
                  <a:lnTo>
                    <a:pt x="0" y="57182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144147" cy="57327496"/>
            </a:xfrm>
            <a:custGeom>
              <a:avLst/>
              <a:gdLst/>
              <a:ahLst/>
              <a:cxnLst/>
              <a:rect r="r" b="b" t="t" l="l"/>
              <a:pathLst>
                <a:path h="57327496" w="121144147">
                  <a:moveTo>
                    <a:pt x="120999362" y="57182717"/>
                  </a:moveTo>
                  <a:lnTo>
                    <a:pt x="121144147" y="57182717"/>
                  </a:lnTo>
                  <a:lnTo>
                    <a:pt x="121144147" y="57327496"/>
                  </a:lnTo>
                  <a:lnTo>
                    <a:pt x="120999362" y="57327496"/>
                  </a:lnTo>
                  <a:lnTo>
                    <a:pt x="120999362" y="5718271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82717"/>
                  </a:lnTo>
                  <a:lnTo>
                    <a:pt x="0" y="57182717"/>
                  </a:lnTo>
                  <a:lnTo>
                    <a:pt x="0" y="144780"/>
                  </a:lnTo>
                  <a:close/>
                  <a:moveTo>
                    <a:pt x="0" y="57182717"/>
                  </a:moveTo>
                  <a:lnTo>
                    <a:pt x="144780" y="57182717"/>
                  </a:lnTo>
                  <a:lnTo>
                    <a:pt x="144780" y="57327496"/>
                  </a:lnTo>
                  <a:lnTo>
                    <a:pt x="0" y="57327496"/>
                  </a:lnTo>
                  <a:lnTo>
                    <a:pt x="0" y="57182717"/>
                  </a:lnTo>
                  <a:close/>
                  <a:moveTo>
                    <a:pt x="120999362" y="144780"/>
                  </a:moveTo>
                  <a:lnTo>
                    <a:pt x="121144147" y="144780"/>
                  </a:lnTo>
                  <a:lnTo>
                    <a:pt x="121144147" y="57182717"/>
                  </a:lnTo>
                  <a:lnTo>
                    <a:pt x="120999362" y="57182717"/>
                  </a:lnTo>
                  <a:lnTo>
                    <a:pt x="120999362" y="144780"/>
                  </a:lnTo>
                  <a:close/>
                  <a:moveTo>
                    <a:pt x="144780" y="57182717"/>
                  </a:moveTo>
                  <a:lnTo>
                    <a:pt x="120999362" y="57182717"/>
                  </a:lnTo>
                  <a:lnTo>
                    <a:pt x="120999362" y="57327496"/>
                  </a:lnTo>
                  <a:lnTo>
                    <a:pt x="144780" y="57327496"/>
                  </a:lnTo>
                  <a:lnTo>
                    <a:pt x="144780" y="57182717"/>
                  </a:lnTo>
                  <a:close/>
                  <a:moveTo>
                    <a:pt x="120999362" y="0"/>
                  </a:moveTo>
                  <a:lnTo>
                    <a:pt x="121144147" y="0"/>
                  </a:lnTo>
                  <a:lnTo>
                    <a:pt x="121144147" y="144780"/>
                  </a:lnTo>
                  <a:lnTo>
                    <a:pt x="120999362" y="144780"/>
                  </a:lnTo>
                  <a:lnTo>
                    <a:pt x="12099936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0999362" y="0"/>
                  </a:lnTo>
                  <a:lnTo>
                    <a:pt x="12099936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36514" y="4458221"/>
            <a:ext cx="8914922" cy="4635876"/>
            <a:chOff x="0" y="0"/>
            <a:chExt cx="52924529" cy="275214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2390" y="72390"/>
              <a:ext cx="52779751" cy="27376669"/>
            </a:xfrm>
            <a:custGeom>
              <a:avLst/>
              <a:gdLst/>
              <a:ahLst/>
              <a:cxnLst/>
              <a:rect r="r" b="b" t="t" l="l"/>
              <a:pathLst>
                <a:path h="27376669" w="52779751">
                  <a:moveTo>
                    <a:pt x="0" y="0"/>
                  </a:moveTo>
                  <a:lnTo>
                    <a:pt x="52779751" y="0"/>
                  </a:lnTo>
                  <a:lnTo>
                    <a:pt x="52779751" y="27376669"/>
                  </a:lnTo>
                  <a:lnTo>
                    <a:pt x="0" y="27376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924528" cy="27521449"/>
            </a:xfrm>
            <a:custGeom>
              <a:avLst/>
              <a:gdLst/>
              <a:ahLst/>
              <a:cxnLst/>
              <a:rect r="r" b="b" t="t" l="l"/>
              <a:pathLst>
                <a:path h="27521449" w="52924528">
                  <a:moveTo>
                    <a:pt x="52779749" y="27376670"/>
                  </a:moveTo>
                  <a:lnTo>
                    <a:pt x="52924528" y="27376670"/>
                  </a:lnTo>
                  <a:lnTo>
                    <a:pt x="52924528" y="27521449"/>
                  </a:lnTo>
                  <a:lnTo>
                    <a:pt x="52779749" y="27521449"/>
                  </a:lnTo>
                  <a:lnTo>
                    <a:pt x="52779749" y="2737667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7376670"/>
                  </a:lnTo>
                  <a:lnTo>
                    <a:pt x="0" y="27376670"/>
                  </a:lnTo>
                  <a:lnTo>
                    <a:pt x="0" y="144780"/>
                  </a:lnTo>
                  <a:close/>
                  <a:moveTo>
                    <a:pt x="0" y="27376670"/>
                  </a:moveTo>
                  <a:lnTo>
                    <a:pt x="144780" y="27376670"/>
                  </a:lnTo>
                  <a:lnTo>
                    <a:pt x="144780" y="27521449"/>
                  </a:lnTo>
                  <a:lnTo>
                    <a:pt x="0" y="27521449"/>
                  </a:lnTo>
                  <a:lnTo>
                    <a:pt x="0" y="27376670"/>
                  </a:lnTo>
                  <a:close/>
                  <a:moveTo>
                    <a:pt x="52779749" y="144780"/>
                  </a:moveTo>
                  <a:lnTo>
                    <a:pt x="52924528" y="144780"/>
                  </a:lnTo>
                  <a:lnTo>
                    <a:pt x="52924528" y="27376670"/>
                  </a:lnTo>
                  <a:lnTo>
                    <a:pt x="52779749" y="27376670"/>
                  </a:lnTo>
                  <a:lnTo>
                    <a:pt x="52779749" y="144780"/>
                  </a:lnTo>
                  <a:close/>
                  <a:moveTo>
                    <a:pt x="144780" y="27376670"/>
                  </a:moveTo>
                  <a:lnTo>
                    <a:pt x="52779749" y="27376670"/>
                  </a:lnTo>
                  <a:lnTo>
                    <a:pt x="52779749" y="27521449"/>
                  </a:lnTo>
                  <a:lnTo>
                    <a:pt x="144780" y="27521449"/>
                  </a:lnTo>
                  <a:lnTo>
                    <a:pt x="144780" y="27376670"/>
                  </a:lnTo>
                  <a:close/>
                  <a:moveTo>
                    <a:pt x="52779749" y="0"/>
                  </a:moveTo>
                  <a:lnTo>
                    <a:pt x="52924528" y="0"/>
                  </a:lnTo>
                  <a:lnTo>
                    <a:pt x="52924528" y="144780"/>
                  </a:lnTo>
                  <a:lnTo>
                    <a:pt x="52779749" y="144780"/>
                  </a:lnTo>
                  <a:lnTo>
                    <a:pt x="5277974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2779749" y="0"/>
                  </a:lnTo>
                  <a:lnTo>
                    <a:pt x="5277974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36514" y="4458221"/>
            <a:ext cx="8914922" cy="429201"/>
            <a:chOff x="0" y="0"/>
            <a:chExt cx="11886562" cy="57226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1886562" cy="572269"/>
              <a:chOff x="0" y="0"/>
              <a:chExt cx="47029911" cy="226421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72390" y="72390"/>
                <a:ext cx="46885131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46885131">
                    <a:moveTo>
                      <a:pt x="0" y="0"/>
                    </a:moveTo>
                    <a:lnTo>
                      <a:pt x="46885131" y="0"/>
                    </a:lnTo>
                    <a:lnTo>
                      <a:pt x="46885131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7029911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47029911">
                    <a:moveTo>
                      <a:pt x="46885132" y="2119436"/>
                    </a:moveTo>
                    <a:lnTo>
                      <a:pt x="47029911" y="2119436"/>
                    </a:lnTo>
                    <a:lnTo>
                      <a:pt x="47029911" y="2264215"/>
                    </a:lnTo>
                    <a:lnTo>
                      <a:pt x="46885132" y="2264215"/>
                    </a:lnTo>
                    <a:lnTo>
                      <a:pt x="46885132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46885132" y="144780"/>
                    </a:moveTo>
                    <a:lnTo>
                      <a:pt x="47029911" y="144780"/>
                    </a:lnTo>
                    <a:lnTo>
                      <a:pt x="47029911" y="2119436"/>
                    </a:lnTo>
                    <a:lnTo>
                      <a:pt x="46885132" y="2119436"/>
                    </a:lnTo>
                    <a:lnTo>
                      <a:pt x="46885132" y="144780"/>
                    </a:lnTo>
                    <a:close/>
                    <a:moveTo>
                      <a:pt x="144780" y="2119436"/>
                    </a:moveTo>
                    <a:lnTo>
                      <a:pt x="46885132" y="2119436"/>
                    </a:lnTo>
                    <a:lnTo>
                      <a:pt x="46885132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46885132" y="0"/>
                    </a:moveTo>
                    <a:lnTo>
                      <a:pt x="47029911" y="0"/>
                    </a:lnTo>
                    <a:lnTo>
                      <a:pt x="47029911" y="144780"/>
                    </a:lnTo>
                    <a:lnTo>
                      <a:pt x="46885132" y="144780"/>
                    </a:lnTo>
                    <a:lnTo>
                      <a:pt x="4688513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46885132" y="0"/>
                    </a:lnTo>
                    <a:lnTo>
                      <a:pt x="4688513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969919" y="186102"/>
              <a:ext cx="223553" cy="212283"/>
              <a:chOff x="0" y="0"/>
              <a:chExt cx="553256" cy="52536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35" id="35"/>
            <p:cNvSpPr/>
            <p:nvPr/>
          </p:nvSpPr>
          <p:spPr>
            <a:xfrm>
              <a:off x="10554436" y="382004"/>
              <a:ext cx="210231" cy="0"/>
            </a:xfrm>
            <a:prstGeom prst="line">
              <a:avLst/>
            </a:prstGeom>
            <a:ln cap="rnd" w="3276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6" id="36"/>
            <p:cNvSpPr/>
            <p:nvPr/>
          </p:nvSpPr>
          <p:spPr>
            <a:xfrm flipH="false" flipV="false" rot="2563448">
              <a:off x="11365546" y="165475"/>
              <a:ext cx="267808" cy="267808"/>
            </a:xfrm>
            <a:custGeom>
              <a:avLst/>
              <a:gdLst/>
              <a:ahLst/>
              <a:cxnLst/>
              <a:rect r="r" b="b" t="t" l="l"/>
              <a:pathLst>
                <a:path h="267808" w="267808">
                  <a:moveTo>
                    <a:pt x="0" y="0"/>
                  </a:moveTo>
                  <a:lnTo>
                    <a:pt x="267808" y="0"/>
                  </a:lnTo>
                  <a:lnTo>
                    <a:pt x="267808" y="267809"/>
                  </a:lnTo>
                  <a:lnTo>
                    <a:pt x="0" y="267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3693975" y="4998144"/>
            <a:ext cx="2123608" cy="2123608"/>
          </a:xfrm>
          <a:custGeom>
            <a:avLst/>
            <a:gdLst/>
            <a:ahLst/>
            <a:cxnLst/>
            <a:rect r="r" b="b" t="t" l="l"/>
            <a:pathLst>
              <a:path h="2123608" w="2123608">
                <a:moveTo>
                  <a:pt x="0" y="0"/>
                </a:moveTo>
                <a:lnTo>
                  <a:pt x="2123609" y="0"/>
                </a:lnTo>
                <a:lnTo>
                  <a:pt x="2123609" y="2123608"/>
                </a:lnTo>
                <a:lnTo>
                  <a:pt x="0" y="21236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625247" y="6532092"/>
            <a:ext cx="2068728" cy="2121773"/>
          </a:xfrm>
          <a:custGeom>
            <a:avLst/>
            <a:gdLst/>
            <a:ahLst/>
            <a:cxnLst/>
            <a:rect r="r" b="b" t="t" l="l"/>
            <a:pathLst>
              <a:path h="2121773" w="2068728">
                <a:moveTo>
                  <a:pt x="0" y="0"/>
                </a:moveTo>
                <a:lnTo>
                  <a:pt x="2068728" y="0"/>
                </a:lnTo>
                <a:lnTo>
                  <a:pt x="2068728" y="2121773"/>
                </a:lnTo>
                <a:lnTo>
                  <a:pt x="0" y="2121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817584" y="6801528"/>
            <a:ext cx="1852337" cy="1852337"/>
          </a:xfrm>
          <a:custGeom>
            <a:avLst/>
            <a:gdLst/>
            <a:ahLst/>
            <a:cxnLst/>
            <a:rect r="r" b="b" t="t" l="l"/>
            <a:pathLst>
              <a:path h="1852337" w="1852337">
                <a:moveTo>
                  <a:pt x="0" y="0"/>
                </a:moveTo>
                <a:lnTo>
                  <a:pt x="1852336" y="0"/>
                </a:lnTo>
                <a:lnTo>
                  <a:pt x="1852336" y="1852337"/>
                </a:lnTo>
                <a:lnTo>
                  <a:pt x="0" y="18523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91447" y="2846746"/>
            <a:ext cx="2581784" cy="5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1751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Uso de Algoritmo Dijkstra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62140" y="5250068"/>
            <a:ext cx="2091510" cy="106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110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Uso de grafos bipartidos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05622" y="1301411"/>
            <a:ext cx="13666971" cy="8143690"/>
            <a:chOff x="0" y="0"/>
            <a:chExt cx="123120529" cy="733633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22975752" cy="73218615"/>
            </a:xfrm>
            <a:custGeom>
              <a:avLst/>
              <a:gdLst/>
              <a:ahLst/>
              <a:cxnLst/>
              <a:rect r="r" b="b" t="t" l="l"/>
              <a:pathLst>
                <a:path h="73218615" w="122975752">
                  <a:moveTo>
                    <a:pt x="0" y="0"/>
                  </a:moveTo>
                  <a:lnTo>
                    <a:pt x="122975752" y="0"/>
                  </a:lnTo>
                  <a:lnTo>
                    <a:pt x="122975752" y="73218615"/>
                  </a:lnTo>
                  <a:lnTo>
                    <a:pt x="0" y="7321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20534" cy="73363398"/>
            </a:xfrm>
            <a:custGeom>
              <a:avLst/>
              <a:gdLst/>
              <a:ahLst/>
              <a:cxnLst/>
              <a:rect r="r" b="b" t="t" l="l"/>
              <a:pathLst>
                <a:path h="73363398" w="123120534">
                  <a:moveTo>
                    <a:pt x="122975750" y="73218613"/>
                  </a:moveTo>
                  <a:lnTo>
                    <a:pt x="123120534" y="73218613"/>
                  </a:lnTo>
                  <a:lnTo>
                    <a:pt x="123120534" y="73363398"/>
                  </a:lnTo>
                  <a:lnTo>
                    <a:pt x="122975750" y="73363398"/>
                  </a:lnTo>
                  <a:lnTo>
                    <a:pt x="122975750" y="7321861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218613"/>
                  </a:lnTo>
                  <a:lnTo>
                    <a:pt x="0" y="73218613"/>
                  </a:lnTo>
                  <a:lnTo>
                    <a:pt x="0" y="144780"/>
                  </a:lnTo>
                  <a:close/>
                  <a:moveTo>
                    <a:pt x="0" y="73218613"/>
                  </a:moveTo>
                  <a:lnTo>
                    <a:pt x="144780" y="73218613"/>
                  </a:lnTo>
                  <a:lnTo>
                    <a:pt x="144780" y="73363398"/>
                  </a:lnTo>
                  <a:lnTo>
                    <a:pt x="0" y="73363398"/>
                  </a:lnTo>
                  <a:lnTo>
                    <a:pt x="0" y="73218613"/>
                  </a:lnTo>
                  <a:close/>
                  <a:moveTo>
                    <a:pt x="122975750" y="144780"/>
                  </a:moveTo>
                  <a:lnTo>
                    <a:pt x="123120534" y="144780"/>
                  </a:lnTo>
                  <a:lnTo>
                    <a:pt x="123120534" y="73218613"/>
                  </a:lnTo>
                  <a:lnTo>
                    <a:pt x="122975750" y="73218613"/>
                  </a:lnTo>
                  <a:lnTo>
                    <a:pt x="122975750" y="144780"/>
                  </a:lnTo>
                  <a:close/>
                  <a:moveTo>
                    <a:pt x="144780" y="73218613"/>
                  </a:moveTo>
                  <a:lnTo>
                    <a:pt x="122975750" y="73218613"/>
                  </a:lnTo>
                  <a:lnTo>
                    <a:pt x="122975750" y="73363398"/>
                  </a:lnTo>
                  <a:lnTo>
                    <a:pt x="144780" y="73363398"/>
                  </a:lnTo>
                  <a:lnTo>
                    <a:pt x="144780" y="73218613"/>
                  </a:lnTo>
                  <a:close/>
                  <a:moveTo>
                    <a:pt x="122975750" y="0"/>
                  </a:moveTo>
                  <a:lnTo>
                    <a:pt x="123120534" y="0"/>
                  </a:lnTo>
                  <a:lnTo>
                    <a:pt x="123120534" y="144780"/>
                  </a:lnTo>
                  <a:lnTo>
                    <a:pt x="122975750" y="144780"/>
                  </a:lnTo>
                  <a:lnTo>
                    <a:pt x="12297575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2975750" y="0"/>
                  </a:lnTo>
                  <a:lnTo>
                    <a:pt x="12297575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15407" y="1363986"/>
            <a:ext cx="13838452" cy="7867492"/>
            <a:chOff x="0" y="0"/>
            <a:chExt cx="62777495" cy="35690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62632713" cy="35545737"/>
            </a:xfrm>
            <a:custGeom>
              <a:avLst/>
              <a:gdLst/>
              <a:ahLst/>
              <a:cxnLst/>
              <a:rect r="r" b="b" t="t" l="l"/>
              <a:pathLst>
                <a:path h="35545737" w="62632713">
                  <a:moveTo>
                    <a:pt x="0" y="0"/>
                  </a:moveTo>
                  <a:lnTo>
                    <a:pt x="62632713" y="0"/>
                  </a:lnTo>
                  <a:lnTo>
                    <a:pt x="62632713" y="35545737"/>
                  </a:lnTo>
                  <a:lnTo>
                    <a:pt x="0" y="35545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777495" cy="35690516"/>
            </a:xfrm>
            <a:custGeom>
              <a:avLst/>
              <a:gdLst/>
              <a:ahLst/>
              <a:cxnLst/>
              <a:rect r="r" b="b" t="t" l="l"/>
              <a:pathLst>
                <a:path h="35690516" w="62777495">
                  <a:moveTo>
                    <a:pt x="62632717" y="35545734"/>
                  </a:moveTo>
                  <a:lnTo>
                    <a:pt x="62777495" y="35545734"/>
                  </a:lnTo>
                  <a:lnTo>
                    <a:pt x="62777495" y="35690516"/>
                  </a:lnTo>
                  <a:lnTo>
                    <a:pt x="62632717" y="35690516"/>
                  </a:lnTo>
                  <a:lnTo>
                    <a:pt x="62632717" y="355457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45734"/>
                  </a:lnTo>
                  <a:lnTo>
                    <a:pt x="0" y="35545734"/>
                  </a:lnTo>
                  <a:lnTo>
                    <a:pt x="0" y="144780"/>
                  </a:lnTo>
                  <a:close/>
                  <a:moveTo>
                    <a:pt x="0" y="35545734"/>
                  </a:moveTo>
                  <a:lnTo>
                    <a:pt x="144780" y="35545734"/>
                  </a:lnTo>
                  <a:lnTo>
                    <a:pt x="144780" y="35690516"/>
                  </a:lnTo>
                  <a:lnTo>
                    <a:pt x="0" y="35690516"/>
                  </a:lnTo>
                  <a:lnTo>
                    <a:pt x="0" y="35545734"/>
                  </a:lnTo>
                  <a:close/>
                  <a:moveTo>
                    <a:pt x="62632717" y="144780"/>
                  </a:moveTo>
                  <a:lnTo>
                    <a:pt x="62777495" y="144780"/>
                  </a:lnTo>
                  <a:lnTo>
                    <a:pt x="62777495" y="35545734"/>
                  </a:lnTo>
                  <a:lnTo>
                    <a:pt x="62632717" y="35545734"/>
                  </a:lnTo>
                  <a:lnTo>
                    <a:pt x="62632717" y="144780"/>
                  </a:lnTo>
                  <a:close/>
                  <a:moveTo>
                    <a:pt x="144780" y="35545734"/>
                  </a:moveTo>
                  <a:lnTo>
                    <a:pt x="62632717" y="35545734"/>
                  </a:lnTo>
                  <a:lnTo>
                    <a:pt x="62632717" y="35690516"/>
                  </a:lnTo>
                  <a:lnTo>
                    <a:pt x="144780" y="35690516"/>
                  </a:lnTo>
                  <a:lnTo>
                    <a:pt x="144780" y="35545734"/>
                  </a:lnTo>
                  <a:close/>
                  <a:moveTo>
                    <a:pt x="62632717" y="0"/>
                  </a:moveTo>
                  <a:lnTo>
                    <a:pt x="62777495" y="0"/>
                  </a:lnTo>
                  <a:lnTo>
                    <a:pt x="62777495" y="144780"/>
                  </a:lnTo>
                  <a:lnTo>
                    <a:pt x="62632717" y="144780"/>
                  </a:lnTo>
                  <a:lnTo>
                    <a:pt x="626327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2632717" y="0"/>
                  </a:lnTo>
                  <a:lnTo>
                    <a:pt x="626327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15407" y="933450"/>
            <a:ext cx="13838452" cy="499116"/>
            <a:chOff x="0" y="0"/>
            <a:chExt cx="18451269" cy="66548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8451269" cy="665488"/>
              <a:chOff x="0" y="0"/>
              <a:chExt cx="62777495" cy="22642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72390" y="72390"/>
                <a:ext cx="62632713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62632713">
                    <a:moveTo>
                      <a:pt x="0" y="0"/>
                    </a:moveTo>
                    <a:lnTo>
                      <a:pt x="62632713" y="0"/>
                    </a:lnTo>
                    <a:lnTo>
                      <a:pt x="62632713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2777495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62777495">
                    <a:moveTo>
                      <a:pt x="62632717" y="2119436"/>
                    </a:moveTo>
                    <a:lnTo>
                      <a:pt x="62777495" y="2119436"/>
                    </a:lnTo>
                    <a:lnTo>
                      <a:pt x="62777495" y="2264215"/>
                    </a:lnTo>
                    <a:lnTo>
                      <a:pt x="62632717" y="2264215"/>
                    </a:lnTo>
                    <a:lnTo>
                      <a:pt x="62632717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62632717" y="144780"/>
                    </a:moveTo>
                    <a:lnTo>
                      <a:pt x="62777495" y="144780"/>
                    </a:lnTo>
                    <a:lnTo>
                      <a:pt x="62777495" y="2119436"/>
                    </a:lnTo>
                    <a:lnTo>
                      <a:pt x="62632717" y="2119436"/>
                    </a:lnTo>
                    <a:lnTo>
                      <a:pt x="62632717" y="144780"/>
                    </a:lnTo>
                    <a:close/>
                    <a:moveTo>
                      <a:pt x="144780" y="2119436"/>
                    </a:moveTo>
                    <a:lnTo>
                      <a:pt x="62632717" y="2119436"/>
                    </a:lnTo>
                    <a:lnTo>
                      <a:pt x="62632717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62632717" y="0"/>
                    </a:moveTo>
                    <a:lnTo>
                      <a:pt x="62777495" y="0"/>
                    </a:lnTo>
                    <a:lnTo>
                      <a:pt x="62777495" y="144780"/>
                    </a:lnTo>
                    <a:lnTo>
                      <a:pt x="62632717" y="144780"/>
                    </a:lnTo>
                    <a:lnTo>
                      <a:pt x="6263271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62632717" y="0"/>
                    </a:lnTo>
                    <a:lnTo>
                      <a:pt x="6263271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7457321" y="215313"/>
              <a:ext cx="259969" cy="246863"/>
              <a:chOff x="0" y="0"/>
              <a:chExt cx="553256" cy="52536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16" id="16"/>
            <p:cNvSpPr/>
            <p:nvPr/>
          </p:nvSpPr>
          <p:spPr>
            <a:xfrm>
              <a:off x="16974158" y="443125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2563448">
              <a:off x="17917393" y="191326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3" y="0"/>
                  </a:lnTo>
                  <a:lnTo>
                    <a:pt x="311433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515582" y="1619861"/>
            <a:ext cx="9647050" cy="51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6"/>
              </a:lnSpc>
            </a:pPr>
            <a:r>
              <a:rPr lang="en-US" sz="2951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Ejemplos prácticos de aplicación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74960" y="3079734"/>
            <a:ext cx="5639823" cy="218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  <a:spcBef>
                <a:spcPct val="0"/>
              </a:spcBef>
            </a:pPr>
            <a:r>
              <a:rPr lang="en-US" sz="1951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En una provincia hay 6 ciudades conectadas por redes de carreteras, se necesita encontrar la ruta más corta de la ciudad A hasta la ciudad F, tomando en cuenta las distancias que hay entre las ciudades.</a:t>
            </a:r>
          </a:p>
          <a:p>
            <a:pPr algn="l">
              <a:lnSpc>
                <a:spcPts val="2537"/>
              </a:lnSpc>
              <a:spcBef>
                <a:spcPct val="0"/>
              </a:spcBef>
            </a:pPr>
            <a:r>
              <a:rPr lang="en-US" sz="1951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Red de ciudades: AB 3 km, AC 1 km, BD 4 km, CD 4 km, DE 2 km, DF 5 km, EF 2 km.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40777" y="3079734"/>
            <a:ext cx="5637988" cy="15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  <a:spcBef>
                <a:spcPct val="0"/>
              </a:spcBef>
            </a:pPr>
            <a:r>
              <a:rPr lang="en-US" sz="1952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Teniendo el grafo G con vértices V = {A,B,C,D,E,F,G} y aristas {(A,E),(B,F),(C,E),(C,G),(D,F)} </a:t>
            </a:r>
          </a:p>
          <a:p>
            <a:pPr algn="l">
              <a:lnSpc>
                <a:spcPts val="2537"/>
              </a:lnSpc>
              <a:spcBef>
                <a:spcPct val="0"/>
              </a:spcBef>
            </a:pPr>
            <a:r>
              <a:rPr lang="en-US" sz="1952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Divida los vértices en dos subconjuntos X y Y.</a:t>
            </a:r>
          </a:p>
          <a:p>
            <a:pPr algn="l">
              <a:lnSpc>
                <a:spcPts val="2537"/>
              </a:lnSpc>
              <a:spcBef>
                <a:spcPct val="0"/>
              </a:spcBef>
            </a:pPr>
            <a:r>
              <a:rPr lang="en-US" sz="1952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Indique si es un grafo bipartido y justifique.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765648" y="2392004"/>
            <a:ext cx="6058447" cy="520469"/>
            <a:chOff x="0" y="0"/>
            <a:chExt cx="8077929" cy="69395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Algoritmo Dijkstra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30547" y="2392004"/>
            <a:ext cx="6058447" cy="520469"/>
            <a:chOff x="0" y="0"/>
            <a:chExt cx="8077929" cy="69395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Grafo Bipartido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396107" y="5521923"/>
            <a:ext cx="4147548" cy="3134120"/>
          </a:xfrm>
          <a:custGeom>
            <a:avLst/>
            <a:gdLst/>
            <a:ahLst/>
            <a:cxnLst/>
            <a:rect r="r" b="b" t="t" l="l"/>
            <a:pathLst>
              <a:path h="3134120" w="4147548">
                <a:moveTo>
                  <a:pt x="0" y="0"/>
                </a:moveTo>
                <a:lnTo>
                  <a:pt x="4147547" y="0"/>
                </a:lnTo>
                <a:lnTo>
                  <a:pt x="4147547" y="3134119"/>
                </a:lnTo>
                <a:lnTo>
                  <a:pt x="0" y="3134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990185" y="5264748"/>
            <a:ext cx="2569811" cy="3304043"/>
          </a:xfrm>
          <a:custGeom>
            <a:avLst/>
            <a:gdLst/>
            <a:ahLst/>
            <a:cxnLst/>
            <a:rect r="r" b="b" t="t" l="l"/>
            <a:pathLst>
              <a:path h="3304043" w="2569811">
                <a:moveTo>
                  <a:pt x="0" y="0"/>
                </a:moveTo>
                <a:lnTo>
                  <a:pt x="2569811" y="0"/>
                </a:lnTo>
                <a:lnTo>
                  <a:pt x="2569811" y="3304042"/>
                </a:lnTo>
                <a:lnTo>
                  <a:pt x="0" y="3304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05622" y="1301411"/>
            <a:ext cx="13666971" cy="8143690"/>
            <a:chOff x="0" y="0"/>
            <a:chExt cx="123120529" cy="733633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22975752" cy="73218615"/>
            </a:xfrm>
            <a:custGeom>
              <a:avLst/>
              <a:gdLst/>
              <a:ahLst/>
              <a:cxnLst/>
              <a:rect r="r" b="b" t="t" l="l"/>
              <a:pathLst>
                <a:path h="73218615" w="122975752">
                  <a:moveTo>
                    <a:pt x="0" y="0"/>
                  </a:moveTo>
                  <a:lnTo>
                    <a:pt x="122975752" y="0"/>
                  </a:lnTo>
                  <a:lnTo>
                    <a:pt x="122975752" y="73218615"/>
                  </a:lnTo>
                  <a:lnTo>
                    <a:pt x="0" y="7321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20534" cy="73363398"/>
            </a:xfrm>
            <a:custGeom>
              <a:avLst/>
              <a:gdLst/>
              <a:ahLst/>
              <a:cxnLst/>
              <a:rect r="r" b="b" t="t" l="l"/>
              <a:pathLst>
                <a:path h="73363398" w="123120534">
                  <a:moveTo>
                    <a:pt x="122975750" y="73218613"/>
                  </a:moveTo>
                  <a:lnTo>
                    <a:pt x="123120534" y="73218613"/>
                  </a:lnTo>
                  <a:lnTo>
                    <a:pt x="123120534" y="73363398"/>
                  </a:lnTo>
                  <a:lnTo>
                    <a:pt x="122975750" y="73363398"/>
                  </a:lnTo>
                  <a:lnTo>
                    <a:pt x="122975750" y="7321861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218613"/>
                  </a:lnTo>
                  <a:lnTo>
                    <a:pt x="0" y="73218613"/>
                  </a:lnTo>
                  <a:lnTo>
                    <a:pt x="0" y="144780"/>
                  </a:lnTo>
                  <a:close/>
                  <a:moveTo>
                    <a:pt x="0" y="73218613"/>
                  </a:moveTo>
                  <a:lnTo>
                    <a:pt x="144780" y="73218613"/>
                  </a:lnTo>
                  <a:lnTo>
                    <a:pt x="144780" y="73363398"/>
                  </a:lnTo>
                  <a:lnTo>
                    <a:pt x="0" y="73363398"/>
                  </a:lnTo>
                  <a:lnTo>
                    <a:pt x="0" y="73218613"/>
                  </a:lnTo>
                  <a:close/>
                  <a:moveTo>
                    <a:pt x="122975750" y="144780"/>
                  </a:moveTo>
                  <a:lnTo>
                    <a:pt x="123120534" y="144780"/>
                  </a:lnTo>
                  <a:lnTo>
                    <a:pt x="123120534" y="73218613"/>
                  </a:lnTo>
                  <a:lnTo>
                    <a:pt x="122975750" y="73218613"/>
                  </a:lnTo>
                  <a:lnTo>
                    <a:pt x="122975750" y="144780"/>
                  </a:lnTo>
                  <a:close/>
                  <a:moveTo>
                    <a:pt x="144780" y="73218613"/>
                  </a:moveTo>
                  <a:lnTo>
                    <a:pt x="122975750" y="73218613"/>
                  </a:lnTo>
                  <a:lnTo>
                    <a:pt x="122975750" y="73363398"/>
                  </a:lnTo>
                  <a:lnTo>
                    <a:pt x="144780" y="73363398"/>
                  </a:lnTo>
                  <a:lnTo>
                    <a:pt x="144780" y="73218613"/>
                  </a:lnTo>
                  <a:close/>
                  <a:moveTo>
                    <a:pt x="122975750" y="0"/>
                  </a:moveTo>
                  <a:lnTo>
                    <a:pt x="123120534" y="0"/>
                  </a:lnTo>
                  <a:lnTo>
                    <a:pt x="123120534" y="144780"/>
                  </a:lnTo>
                  <a:lnTo>
                    <a:pt x="122975750" y="144780"/>
                  </a:lnTo>
                  <a:lnTo>
                    <a:pt x="12297575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2975750" y="0"/>
                  </a:lnTo>
                  <a:lnTo>
                    <a:pt x="12297575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15407" y="1363986"/>
            <a:ext cx="13838452" cy="7867492"/>
            <a:chOff x="0" y="0"/>
            <a:chExt cx="62777495" cy="35690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62632713" cy="35545737"/>
            </a:xfrm>
            <a:custGeom>
              <a:avLst/>
              <a:gdLst/>
              <a:ahLst/>
              <a:cxnLst/>
              <a:rect r="r" b="b" t="t" l="l"/>
              <a:pathLst>
                <a:path h="35545737" w="62632713">
                  <a:moveTo>
                    <a:pt x="0" y="0"/>
                  </a:moveTo>
                  <a:lnTo>
                    <a:pt x="62632713" y="0"/>
                  </a:lnTo>
                  <a:lnTo>
                    <a:pt x="62632713" y="35545737"/>
                  </a:lnTo>
                  <a:lnTo>
                    <a:pt x="0" y="35545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777495" cy="35690516"/>
            </a:xfrm>
            <a:custGeom>
              <a:avLst/>
              <a:gdLst/>
              <a:ahLst/>
              <a:cxnLst/>
              <a:rect r="r" b="b" t="t" l="l"/>
              <a:pathLst>
                <a:path h="35690516" w="62777495">
                  <a:moveTo>
                    <a:pt x="62632717" y="35545734"/>
                  </a:moveTo>
                  <a:lnTo>
                    <a:pt x="62777495" y="35545734"/>
                  </a:lnTo>
                  <a:lnTo>
                    <a:pt x="62777495" y="35690516"/>
                  </a:lnTo>
                  <a:lnTo>
                    <a:pt x="62632717" y="35690516"/>
                  </a:lnTo>
                  <a:lnTo>
                    <a:pt x="62632717" y="355457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45734"/>
                  </a:lnTo>
                  <a:lnTo>
                    <a:pt x="0" y="35545734"/>
                  </a:lnTo>
                  <a:lnTo>
                    <a:pt x="0" y="144780"/>
                  </a:lnTo>
                  <a:close/>
                  <a:moveTo>
                    <a:pt x="0" y="35545734"/>
                  </a:moveTo>
                  <a:lnTo>
                    <a:pt x="144780" y="35545734"/>
                  </a:lnTo>
                  <a:lnTo>
                    <a:pt x="144780" y="35690516"/>
                  </a:lnTo>
                  <a:lnTo>
                    <a:pt x="0" y="35690516"/>
                  </a:lnTo>
                  <a:lnTo>
                    <a:pt x="0" y="35545734"/>
                  </a:lnTo>
                  <a:close/>
                  <a:moveTo>
                    <a:pt x="62632717" y="144780"/>
                  </a:moveTo>
                  <a:lnTo>
                    <a:pt x="62777495" y="144780"/>
                  </a:lnTo>
                  <a:lnTo>
                    <a:pt x="62777495" y="35545734"/>
                  </a:lnTo>
                  <a:lnTo>
                    <a:pt x="62632717" y="35545734"/>
                  </a:lnTo>
                  <a:lnTo>
                    <a:pt x="62632717" y="144780"/>
                  </a:lnTo>
                  <a:close/>
                  <a:moveTo>
                    <a:pt x="144780" y="35545734"/>
                  </a:moveTo>
                  <a:lnTo>
                    <a:pt x="62632717" y="35545734"/>
                  </a:lnTo>
                  <a:lnTo>
                    <a:pt x="62632717" y="35690516"/>
                  </a:lnTo>
                  <a:lnTo>
                    <a:pt x="144780" y="35690516"/>
                  </a:lnTo>
                  <a:lnTo>
                    <a:pt x="144780" y="35545734"/>
                  </a:lnTo>
                  <a:close/>
                  <a:moveTo>
                    <a:pt x="62632717" y="0"/>
                  </a:moveTo>
                  <a:lnTo>
                    <a:pt x="62777495" y="0"/>
                  </a:lnTo>
                  <a:lnTo>
                    <a:pt x="62777495" y="144780"/>
                  </a:lnTo>
                  <a:lnTo>
                    <a:pt x="62632717" y="144780"/>
                  </a:lnTo>
                  <a:lnTo>
                    <a:pt x="626327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2632717" y="0"/>
                  </a:lnTo>
                  <a:lnTo>
                    <a:pt x="626327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15407" y="933450"/>
            <a:ext cx="13838452" cy="499116"/>
            <a:chOff x="0" y="0"/>
            <a:chExt cx="18451269" cy="66548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8451269" cy="665488"/>
              <a:chOff x="0" y="0"/>
              <a:chExt cx="62777495" cy="22642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72390" y="72390"/>
                <a:ext cx="62632713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62632713">
                    <a:moveTo>
                      <a:pt x="0" y="0"/>
                    </a:moveTo>
                    <a:lnTo>
                      <a:pt x="62632713" y="0"/>
                    </a:lnTo>
                    <a:lnTo>
                      <a:pt x="62632713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2777495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62777495">
                    <a:moveTo>
                      <a:pt x="62632717" y="2119436"/>
                    </a:moveTo>
                    <a:lnTo>
                      <a:pt x="62777495" y="2119436"/>
                    </a:lnTo>
                    <a:lnTo>
                      <a:pt x="62777495" y="2264215"/>
                    </a:lnTo>
                    <a:lnTo>
                      <a:pt x="62632717" y="2264215"/>
                    </a:lnTo>
                    <a:lnTo>
                      <a:pt x="62632717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62632717" y="144780"/>
                    </a:moveTo>
                    <a:lnTo>
                      <a:pt x="62777495" y="144780"/>
                    </a:lnTo>
                    <a:lnTo>
                      <a:pt x="62777495" y="2119436"/>
                    </a:lnTo>
                    <a:lnTo>
                      <a:pt x="62632717" y="2119436"/>
                    </a:lnTo>
                    <a:lnTo>
                      <a:pt x="62632717" y="144780"/>
                    </a:lnTo>
                    <a:close/>
                    <a:moveTo>
                      <a:pt x="144780" y="2119436"/>
                    </a:moveTo>
                    <a:lnTo>
                      <a:pt x="62632717" y="2119436"/>
                    </a:lnTo>
                    <a:lnTo>
                      <a:pt x="62632717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62632717" y="0"/>
                    </a:moveTo>
                    <a:lnTo>
                      <a:pt x="62777495" y="0"/>
                    </a:lnTo>
                    <a:lnTo>
                      <a:pt x="62777495" y="144780"/>
                    </a:lnTo>
                    <a:lnTo>
                      <a:pt x="62632717" y="144780"/>
                    </a:lnTo>
                    <a:lnTo>
                      <a:pt x="6263271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62632717" y="0"/>
                    </a:lnTo>
                    <a:lnTo>
                      <a:pt x="6263271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7457321" y="215313"/>
              <a:ext cx="259969" cy="246863"/>
              <a:chOff x="0" y="0"/>
              <a:chExt cx="553256" cy="52536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16" id="16"/>
            <p:cNvSpPr/>
            <p:nvPr/>
          </p:nvSpPr>
          <p:spPr>
            <a:xfrm>
              <a:off x="16974158" y="443125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2563448">
              <a:off x="17917393" y="191326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3" y="0"/>
                  </a:lnTo>
                  <a:lnTo>
                    <a:pt x="311433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765648" y="2392004"/>
            <a:ext cx="6058447" cy="520469"/>
            <a:chOff x="0" y="0"/>
            <a:chExt cx="8077929" cy="69395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Algoritmo Dijkstra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30547" y="2392004"/>
            <a:ext cx="6058447" cy="520469"/>
            <a:chOff x="0" y="0"/>
            <a:chExt cx="8077929" cy="69395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Grafo Bipartido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423950" y="3808069"/>
            <a:ext cx="4800289" cy="502557"/>
          </a:xfrm>
          <a:custGeom>
            <a:avLst/>
            <a:gdLst/>
            <a:ahLst/>
            <a:cxnLst/>
            <a:rect r="r" b="b" t="t" l="l"/>
            <a:pathLst>
              <a:path h="502557" w="4800289">
                <a:moveTo>
                  <a:pt x="0" y="0"/>
                </a:moveTo>
                <a:lnTo>
                  <a:pt x="4800289" y="0"/>
                </a:lnTo>
                <a:lnTo>
                  <a:pt x="4800289" y="502558"/>
                </a:lnTo>
                <a:lnTo>
                  <a:pt x="0" y="502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288059" y="6497206"/>
            <a:ext cx="3013626" cy="1363307"/>
          </a:xfrm>
          <a:custGeom>
            <a:avLst/>
            <a:gdLst/>
            <a:ahLst/>
            <a:cxnLst/>
            <a:rect r="r" b="b" t="t" l="l"/>
            <a:pathLst>
              <a:path h="1363307" w="3013626">
                <a:moveTo>
                  <a:pt x="0" y="0"/>
                </a:moveTo>
                <a:lnTo>
                  <a:pt x="3013625" y="0"/>
                </a:lnTo>
                <a:lnTo>
                  <a:pt x="3013625" y="1363307"/>
                </a:lnTo>
                <a:lnTo>
                  <a:pt x="0" y="1363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959986" y="5062106"/>
            <a:ext cx="2999569" cy="1499784"/>
          </a:xfrm>
          <a:custGeom>
            <a:avLst/>
            <a:gdLst/>
            <a:ahLst/>
            <a:cxnLst/>
            <a:rect r="r" b="b" t="t" l="l"/>
            <a:pathLst>
              <a:path h="1499784" w="2999569">
                <a:moveTo>
                  <a:pt x="0" y="0"/>
                </a:moveTo>
                <a:lnTo>
                  <a:pt x="2999569" y="0"/>
                </a:lnTo>
                <a:lnTo>
                  <a:pt x="2999569" y="1499785"/>
                </a:lnTo>
                <a:lnTo>
                  <a:pt x="0" y="1499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515582" y="1619861"/>
            <a:ext cx="9647050" cy="51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6"/>
              </a:lnSpc>
            </a:pPr>
            <a:r>
              <a:rPr lang="en-US" sz="2951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Sintaxis y Estructura Tecnica en C + +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01684" y="3223869"/>
            <a:ext cx="343234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</a:t>
            </a: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lista de adyacencia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08960" y="4622023"/>
            <a:ext cx="1748823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Inicialización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14476" y="5033531"/>
            <a:ext cx="1760792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origen = 0</a:t>
            </a:r>
          </a:p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otros = infinito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08960" y="5913006"/>
            <a:ext cx="316741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Uso de cola de prioridad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08960" y="8089113"/>
            <a:ext cx="316741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Aristas relajantes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959737" y="8644738"/>
            <a:ext cx="367026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Actualizar distancias minimas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64257" y="4622023"/>
            <a:ext cx="1748823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Bipartición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91444" y="6885788"/>
            <a:ext cx="5336653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 hay conflicto y no se cumple que sea disjuntos los dos conjuntos no es un grafo bipartido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4165" y="1258833"/>
            <a:ext cx="7067340" cy="8137295"/>
            <a:chOff x="0" y="0"/>
            <a:chExt cx="64212964" cy="73934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64068185" cy="73789663"/>
            </a:xfrm>
            <a:custGeom>
              <a:avLst/>
              <a:gdLst/>
              <a:ahLst/>
              <a:cxnLst/>
              <a:rect r="r" b="b" t="t" l="l"/>
              <a:pathLst>
                <a:path h="73789663" w="64068185">
                  <a:moveTo>
                    <a:pt x="0" y="0"/>
                  </a:moveTo>
                  <a:lnTo>
                    <a:pt x="64068185" y="0"/>
                  </a:lnTo>
                  <a:lnTo>
                    <a:pt x="64068185" y="73789663"/>
                  </a:lnTo>
                  <a:lnTo>
                    <a:pt x="0" y="73789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12961" cy="73934439"/>
            </a:xfrm>
            <a:custGeom>
              <a:avLst/>
              <a:gdLst/>
              <a:ahLst/>
              <a:cxnLst/>
              <a:rect r="r" b="b" t="t" l="l"/>
              <a:pathLst>
                <a:path h="73934439" w="64212961">
                  <a:moveTo>
                    <a:pt x="64068182" y="73789660"/>
                  </a:moveTo>
                  <a:lnTo>
                    <a:pt x="64212961" y="73789660"/>
                  </a:lnTo>
                  <a:lnTo>
                    <a:pt x="64212961" y="73934439"/>
                  </a:lnTo>
                  <a:lnTo>
                    <a:pt x="64068182" y="73934439"/>
                  </a:lnTo>
                  <a:lnTo>
                    <a:pt x="64068182" y="737896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789660"/>
                  </a:lnTo>
                  <a:lnTo>
                    <a:pt x="0" y="73789660"/>
                  </a:lnTo>
                  <a:lnTo>
                    <a:pt x="0" y="144780"/>
                  </a:lnTo>
                  <a:close/>
                  <a:moveTo>
                    <a:pt x="0" y="73789660"/>
                  </a:moveTo>
                  <a:lnTo>
                    <a:pt x="144780" y="73789660"/>
                  </a:lnTo>
                  <a:lnTo>
                    <a:pt x="144780" y="73934439"/>
                  </a:lnTo>
                  <a:lnTo>
                    <a:pt x="0" y="73934439"/>
                  </a:lnTo>
                  <a:lnTo>
                    <a:pt x="0" y="73789660"/>
                  </a:lnTo>
                  <a:close/>
                  <a:moveTo>
                    <a:pt x="64068182" y="144780"/>
                  </a:moveTo>
                  <a:lnTo>
                    <a:pt x="64212961" y="144780"/>
                  </a:lnTo>
                  <a:lnTo>
                    <a:pt x="64212961" y="73789660"/>
                  </a:lnTo>
                  <a:lnTo>
                    <a:pt x="64068182" y="73789660"/>
                  </a:lnTo>
                  <a:lnTo>
                    <a:pt x="64068182" y="144780"/>
                  </a:lnTo>
                  <a:close/>
                  <a:moveTo>
                    <a:pt x="144780" y="73789660"/>
                  </a:moveTo>
                  <a:lnTo>
                    <a:pt x="64068182" y="73789660"/>
                  </a:lnTo>
                  <a:lnTo>
                    <a:pt x="64068182" y="73934439"/>
                  </a:lnTo>
                  <a:lnTo>
                    <a:pt x="144780" y="73934439"/>
                  </a:lnTo>
                  <a:lnTo>
                    <a:pt x="144780" y="73789660"/>
                  </a:lnTo>
                  <a:close/>
                  <a:moveTo>
                    <a:pt x="64068182" y="0"/>
                  </a:moveTo>
                  <a:lnTo>
                    <a:pt x="64212961" y="0"/>
                  </a:lnTo>
                  <a:lnTo>
                    <a:pt x="64212961" y="144780"/>
                  </a:lnTo>
                  <a:lnTo>
                    <a:pt x="64068182" y="144780"/>
                  </a:lnTo>
                  <a:lnTo>
                    <a:pt x="640681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4068182" y="0"/>
                  </a:lnTo>
                  <a:lnTo>
                    <a:pt x="640681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96710" y="1258833"/>
            <a:ext cx="7067340" cy="8137295"/>
            <a:chOff x="0" y="0"/>
            <a:chExt cx="64212964" cy="73934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64068185" cy="73789663"/>
            </a:xfrm>
            <a:custGeom>
              <a:avLst/>
              <a:gdLst/>
              <a:ahLst/>
              <a:cxnLst/>
              <a:rect r="r" b="b" t="t" l="l"/>
              <a:pathLst>
                <a:path h="73789663" w="64068185">
                  <a:moveTo>
                    <a:pt x="0" y="0"/>
                  </a:moveTo>
                  <a:lnTo>
                    <a:pt x="64068185" y="0"/>
                  </a:lnTo>
                  <a:lnTo>
                    <a:pt x="64068185" y="73789663"/>
                  </a:lnTo>
                  <a:lnTo>
                    <a:pt x="0" y="73789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12961" cy="73934439"/>
            </a:xfrm>
            <a:custGeom>
              <a:avLst/>
              <a:gdLst/>
              <a:ahLst/>
              <a:cxnLst/>
              <a:rect r="r" b="b" t="t" l="l"/>
              <a:pathLst>
                <a:path h="73934439" w="64212961">
                  <a:moveTo>
                    <a:pt x="64068182" y="73789660"/>
                  </a:moveTo>
                  <a:lnTo>
                    <a:pt x="64212961" y="73789660"/>
                  </a:lnTo>
                  <a:lnTo>
                    <a:pt x="64212961" y="73934439"/>
                  </a:lnTo>
                  <a:lnTo>
                    <a:pt x="64068182" y="73934439"/>
                  </a:lnTo>
                  <a:lnTo>
                    <a:pt x="64068182" y="737896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789660"/>
                  </a:lnTo>
                  <a:lnTo>
                    <a:pt x="0" y="73789660"/>
                  </a:lnTo>
                  <a:lnTo>
                    <a:pt x="0" y="144780"/>
                  </a:lnTo>
                  <a:close/>
                  <a:moveTo>
                    <a:pt x="0" y="73789660"/>
                  </a:moveTo>
                  <a:lnTo>
                    <a:pt x="144780" y="73789660"/>
                  </a:lnTo>
                  <a:lnTo>
                    <a:pt x="144780" y="73934439"/>
                  </a:lnTo>
                  <a:lnTo>
                    <a:pt x="0" y="73934439"/>
                  </a:lnTo>
                  <a:lnTo>
                    <a:pt x="0" y="73789660"/>
                  </a:lnTo>
                  <a:close/>
                  <a:moveTo>
                    <a:pt x="64068182" y="144780"/>
                  </a:moveTo>
                  <a:lnTo>
                    <a:pt x="64212961" y="144780"/>
                  </a:lnTo>
                  <a:lnTo>
                    <a:pt x="64212961" y="73789660"/>
                  </a:lnTo>
                  <a:lnTo>
                    <a:pt x="64068182" y="73789660"/>
                  </a:lnTo>
                  <a:lnTo>
                    <a:pt x="64068182" y="144780"/>
                  </a:lnTo>
                  <a:close/>
                  <a:moveTo>
                    <a:pt x="144780" y="73789660"/>
                  </a:moveTo>
                  <a:lnTo>
                    <a:pt x="64068182" y="73789660"/>
                  </a:lnTo>
                  <a:lnTo>
                    <a:pt x="64068182" y="73934439"/>
                  </a:lnTo>
                  <a:lnTo>
                    <a:pt x="144780" y="73934439"/>
                  </a:lnTo>
                  <a:lnTo>
                    <a:pt x="144780" y="73789660"/>
                  </a:lnTo>
                  <a:close/>
                  <a:moveTo>
                    <a:pt x="64068182" y="0"/>
                  </a:moveTo>
                  <a:lnTo>
                    <a:pt x="64212961" y="0"/>
                  </a:lnTo>
                  <a:lnTo>
                    <a:pt x="64212961" y="144780"/>
                  </a:lnTo>
                  <a:lnTo>
                    <a:pt x="64068182" y="144780"/>
                  </a:lnTo>
                  <a:lnTo>
                    <a:pt x="640681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4068182" y="0"/>
                  </a:lnTo>
                  <a:lnTo>
                    <a:pt x="640681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3950" y="1321407"/>
            <a:ext cx="7290154" cy="7912653"/>
            <a:chOff x="0" y="0"/>
            <a:chExt cx="33071447" cy="35895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2390" y="72390"/>
              <a:ext cx="32926669" cy="35750605"/>
            </a:xfrm>
            <a:custGeom>
              <a:avLst/>
              <a:gdLst/>
              <a:ahLst/>
              <a:cxnLst/>
              <a:rect r="r" b="b" t="t" l="l"/>
              <a:pathLst>
                <a:path h="35750605" w="32926669">
                  <a:moveTo>
                    <a:pt x="0" y="0"/>
                  </a:moveTo>
                  <a:lnTo>
                    <a:pt x="32926669" y="0"/>
                  </a:lnTo>
                  <a:lnTo>
                    <a:pt x="32926669" y="35750605"/>
                  </a:lnTo>
                  <a:lnTo>
                    <a:pt x="0" y="35750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71448" cy="35895384"/>
            </a:xfrm>
            <a:custGeom>
              <a:avLst/>
              <a:gdLst/>
              <a:ahLst/>
              <a:cxnLst/>
              <a:rect r="r" b="b" t="t" l="l"/>
              <a:pathLst>
                <a:path h="35895384" w="33071448">
                  <a:moveTo>
                    <a:pt x="32926666" y="35750605"/>
                  </a:moveTo>
                  <a:lnTo>
                    <a:pt x="33071448" y="35750605"/>
                  </a:lnTo>
                  <a:lnTo>
                    <a:pt x="33071448" y="35895384"/>
                  </a:lnTo>
                  <a:lnTo>
                    <a:pt x="32926666" y="35895384"/>
                  </a:lnTo>
                  <a:lnTo>
                    <a:pt x="32926666" y="357506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50605"/>
                  </a:lnTo>
                  <a:lnTo>
                    <a:pt x="0" y="35750605"/>
                  </a:lnTo>
                  <a:lnTo>
                    <a:pt x="0" y="144780"/>
                  </a:lnTo>
                  <a:close/>
                  <a:moveTo>
                    <a:pt x="0" y="35750605"/>
                  </a:moveTo>
                  <a:lnTo>
                    <a:pt x="144780" y="35750605"/>
                  </a:lnTo>
                  <a:lnTo>
                    <a:pt x="144780" y="35895384"/>
                  </a:lnTo>
                  <a:lnTo>
                    <a:pt x="0" y="35895384"/>
                  </a:lnTo>
                  <a:lnTo>
                    <a:pt x="0" y="35750605"/>
                  </a:lnTo>
                  <a:close/>
                  <a:moveTo>
                    <a:pt x="32926666" y="144780"/>
                  </a:moveTo>
                  <a:lnTo>
                    <a:pt x="33071448" y="144780"/>
                  </a:lnTo>
                  <a:lnTo>
                    <a:pt x="33071448" y="35750605"/>
                  </a:lnTo>
                  <a:lnTo>
                    <a:pt x="32926666" y="35750605"/>
                  </a:lnTo>
                  <a:lnTo>
                    <a:pt x="32926666" y="144780"/>
                  </a:lnTo>
                  <a:close/>
                  <a:moveTo>
                    <a:pt x="144780" y="35750605"/>
                  </a:moveTo>
                  <a:lnTo>
                    <a:pt x="32926666" y="35750605"/>
                  </a:lnTo>
                  <a:lnTo>
                    <a:pt x="32926666" y="35895384"/>
                  </a:lnTo>
                  <a:lnTo>
                    <a:pt x="144780" y="35895384"/>
                  </a:lnTo>
                  <a:lnTo>
                    <a:pt x="144780" y="35750605"/>
                  </a:lnTo>
                  <a:close/>
                  <a:moveTo>
                    <a:pt x="32926666" y="0"/>
                  </a:moveTo>
                  <a:lnTo>
                    <a:pt x="33071448" y="0"/>
                  </a:lnTo>
                  <a:lnTo>
                    <a:pt x="33071448" y="144780"/>
                  </a:lnTo>
                  <a:lnTo>
                    <a:pt x="32926666" y="144780"/>
                  </a:lnTo>
                  <a:lnTo>
                    <a:pt x="329266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926666" y="0"/>
                  </a:lnTo>
                  <a:lnTo>
                    <a:pt x="329266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06494" y="1321407"/>
            <a:ext cx="7290154" cy="7912653"/>
            <a:chOff x="0" y="0"/>
            <a:chExt cx="33071447" cy="35895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32926669" cy="35750605"/>
            </a:xfrm>
            <a:custGeom>
              <a:avLst/>
              <a:gdLst/>
              <a:ahLst/>
              <a:cxnLst/>
              <a:rect r="r" b="b" t="t" l="l"/>
              <a:pathLst>
                <a:path h="35750605" w="32926669">
                  <a:moveTo>
                    <a:pt x="0" y="0"/>
                  </a:moveTo>
                  <a:lnTo>
                    <a:pt x="32926669" y="0"/>
                  </a:lnTo>
                  <a:lnTo>
                    <a:pt x="32926669" y="35750605"/>
                  </a:lnTo>
                  <a:lnTo>
                    <a:pt x="0" y="35750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071448" cy="35895384"/>
            </a:xfrm>
            <a:custGeom>
              <a:avLst/>
              <a:gdLst/>
              <a:ahLst/>
              <a:cxnLst/>
              <a:rect r="r" b="b" t="t" l="l"/>
              <a:pathLst>
                <a:path h="35895384" w="33071448">
                  <a:moveTo>
                    <a:pt x="32926666" y="35750605"/>
                  </a:moveTo>
                  <a:lnTo>
                    <a:pt x="33071448" y="35750605"/>
                  </a:lnTo>
                  <a:lnTo>
                    <a:pt x="33071448" y="35895384"/>
                  </a:lnTo>
                  <a:lnTo>
                    <a:pt x="32926666" y="35895384"/>
                  </a:lnTo>
                  <a:lnTo>
                    <a:pt x="32926666" y="357506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50605"/>
                  </a:lnTo>
                  <a:lnTo>
                    <a:pt x="0" y="35750605"/>
                  </a:lnTo>
                  <a:lnTo>
                    <a:pt x="0" y="144780"/>
                  </a:lnTo>
                  <a:close/>
                  <a:moveTo>
                    <a:pt x="0" y="35750605"/>
                  </a:moveTo>
                  <a:lnTo>
                    <a:pt x="144780" y="35750605"/>
                  </a:lnTo>
                  <a:lnTo>
                    <a:pt x="144780" y="35895384"/>
                  </a:lnTo>
                  <a:lnTo>
                    <a:pt x="0" y="35895384"/>
                  </a:lnTo>
                  <a:lnTo>
                    <a:pt x="0" y="35750605"/>
                  </a:lnTo>
                  <a:close/>
                  <a:moveTo>
                    <a:pt x="32926666" y="144780"/>
                  </a:moveTo>
                  <a:lnTo>
                    <a:pt x="33071448" y="144780"/>
                  </a:lnTo>
                  <a:lnTo>
                    <a:pt x="33071448" y="35750605"/>
                  </a:lnTo>
                  <a:lnTo>
                    <a:pt x="32926666" y="35750605"/>
                  </a:lnTo>
                  <a:lnTo>
                    <a:pt x="32926666" y="144780"/>
                  </a:lnTo>
                  <a:close/>
                  <a:moveTo>
                    <a:pt x="144780" y="35750605"/>
                  </a:moveTo>
                  <a:lnTo>
                    <a:pt x="32926666" y="35750605"/>
                  </a:lnTo>
                  <a:lnTo>
                    <a:pt x="32926666" y="35895384"/>
                  </a:lnTo>
                  <a:lnTo>
                    <a:pt x="144780" y="35895384"/>
                  </a:lnTo>
                  <a:lnTo>
                    <a:pt x="144780" y="35750605"/>
                  </a:lnTo>
                  <a:close/>
                  <a:moveTo>
                    <a:pt x="32926666" y="0"/>
                  </a:moveTo>
                  <a:lnTo>
                    <a:pt x="33071448" y="0"/>
                  </a:lnTo>
                  <a:lnTo>
                    <a:pt x="33071448" y="144780"/>
                  </a:lnTo>
                  <a:lnTo>
                    <a:pt x="32926666" y="144780"/>
                  </a:lnTo>
                  <a:lnTo>
                    <a:pt x="329266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926666" y="0"/>
                  </a:lnTo>
                  <a:lnTo>
                    <a:pt x="329266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59494" y="2100515"/>
            <a:ext cx="618415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b="true">
                <a:solidFill>
                  <a:srgbClr val="3E3970"/>
                </a:solidFill>
                <a:latin typeface="Gatwick Bold"/>
                <a:ea typeface="Gatwick Bold"/>
                <a:cs typeface="Gatwick Bold"/>
                <a:sym typeface="Gatwick Bold"/>
              </a:rPr>
              <a:t>Desventajas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6949" y="2130064"/>
            <a:ext cx="618415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Ventajas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06494" y="890872"/>
            <a:ext cx="7290154" cy="499116"/>
            <a:chOff x="0" y="0"/>
            <a:chExt cx="9720206" cy="66548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720206" cy="665488"/>
              <a:chOff x="0" y="0"/>
              <a:chExt cx="33071447" cy="226421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2390" y="72390"/>
                <a:ext cx="3292666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32926669">
                    <a:moveTo>
                      <a:pt x="0" y="0"/>
                    </a:moveTo>
                    <a:lnTo>
                      <a:pt x="32926669" y="0"/>
                    </a:lnTo>
                    <a:lnTo>
                      <a:pt x="3292666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3071448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33071448">
                    <a:moveTo>
                      <a:pt x="32926666" y="2119436"/>
                    </a:moveTo>
                    <a:lnTo>
                      <a:pt x="33071448" y="2119436"/>
                    </a:lnTo>
                    <a:lnTo>
                      <a:pt x="33071448" y="2264215"/>
                    </a:lnTo>
                    <a:lnTo>
                      <a:pt x="32926666" y="2264215"/>
                    </a:lnTo>
                    <a:lnTo>
                      <a:pt x="32926666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32926666" y="144780"/>
                    </a:moveTo>
                    <a:lnTo>
                      <a:pt x="33071448" y="144780"/>
                    </a:lnTo>
                    <a:lnTo>
                      <a:pt x="33071448" y="2119436"/>
                    </a:lnTo>
                    <a:lnTo>
                      <a:pt x="32926666" y="2119436"/>
                    </a:lnTo>
                    <a:lnTo>
                      <a:pt x="32926666" y="144780"/>
                    </a:lnTo>
                    <a:close/>
                    <a:moveTo>
                      <a:pt x="144780" y="2119436"/>
                    </a:moveTo>
                    <a:lnTo>
                      <a:pt x="32926666" y="2119436"/>
                    </a:lnTo>
                    <a:lnTo>
                      <a:pt x="32926666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32926666" y="0"/>
                    </a:moveTo>
                    <a:lnTo>
                      <a:pt x="33071448" y="0"/>
                    </a:lnTo>
                    <a:lnTo>
                      <a:pt x="33071448" y="144780"/>
                    </a:lnTo>
                    <a:lnTo>
                      <a:pt x="32926666" y="144780"/>
                    </a:lnTo>
                    <a:lnTo>
                      <a:pt x="3292666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2926666" y="0"/>
                    </a:lnTo>
                    <a:lnTo>
                      <a:pt x="3292666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8700695" y="222276"/>
              <a:ext cx="259969" cy="246863"/>
              <a:chOff x="0" y="0"/>
              <a:chExt cx="553256" cy="52536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24" id="24"/>
            <p:cNvSpPr/>
            <p:nvPr/>
          </p:nvSpPr>
          <p:spPr>
            <a:xfrm>
              <a:off x="8217532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2563448">
              <a:off x="9160767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2" y="0"/>
                  </a:lnTo>
                  <a:lnTo>
                    <a:pt x="311432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3950" y="890872"/>
            <a:ext cx="7290154" cy="499116"/>
            <a:chOff x="0" y="0"/>
            <a:chExt cx="9720206" cy="66548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720206" cy="665488"/>
              <a:chOff x="0" y="0"/>
              <a:chExt cx="33071447" cy="226421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72390" y="72390"/>
                <a:ext cx="3292666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32926669">
                    <a:moveTo>
                      <a:pt x="0" y="0"/>
                    </a:moveTo>
                    <a:lnTo>
                      <a:pt x="32926669" y="0"/>
                    </a:lnTo>
                    <a:lnTo>
                      <a:pt x="3292666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3071448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33071448">
                    <a:moveTo>
                      <a:pt x="32926666" y="2119436"/>
                    </a:moveTo>
                    <a:lnTo>
                      <a:pt x="33071448" y="2119436"/>
                    </a:lnTo>
                    <a:lnTo>
                      <a:pt x="33071448" y="2264215"/>
                    </a:lnTo>
                    <a:lnTo>
                      <a:pt x="32926666" y="2264215"/>
                    </a:lnTo>
                    <a:lnTo>
                      <a:pt x="32926666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32926666" y="144780"/>
                    </a:moveTo>
                    <a:lnTo>
                      <a:pt x="33071448" y="144780"/>
                    </a:lnTo>
                    <a:lnTo>
                      <a:pt x="33071448" y="2119436"/>
                    </a:lnTo>
                    <a:lnTo>
                      <a:pt x="32926666" y="2119436"/>
                    </a:lnTo>
                    <a:lnTo>
                      <a:pt x="32926666" y="144780"/>
                    </a:lnTo>
                    <a:close/>
                    <a:moveTo>
                      <a:pt x="144780" y="2119436"/>
                    </a:moveTo>
                    <a:lnTo>
                      <a:pt x="32926666" y="2119436"/>
                    </a:lnTo>
                    <a:lnTo>
                      <a:pt x="32926666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32926666" y="0"/>
                    </a:moveTo>
                    <a:lnTo>
                      <a:pt x="33071448" y="0"/>
                    </a:lnTo>
                    <a:lnTo>
                      <a:pt x="33071448" y="144780"/>
                    </a:lnTo>
                    <a:lnTo>
                      <a:pt x="32926666" y="144780"/>
                    </a:lnTo>
                    <a:lnTo>
                      <a:pt x="3292666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2926666" y="0"/>
                    </a:lnTo>
                    <a:lnTo>
                      <a:pt x="3292666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8716495" y="222276"/>
              <a:ext cx="259969" cy="246863"/>
              <a:chOff x="0" y="0"/>
              <a:chExt cx="553256" cy="52536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32" id="32"/>
            <p:cNvSpPr/>
            <p:nvPr/>
          </p:nvSpPr>
          <p:spPr>
            <a:xfrm>
              <a:off x="8233332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2563448">
              <a:off x="9176567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3" y="0"/>
                  </a:lnTo>
                  <a:lnTo>
                    <a:pt x="311433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116543" y="3870325"/>
            <a:ext cx="5304967" cy="1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6" indent="-215898" lvl="1">
              <a:lnSpc>
                <a:spcPts val="2599"/>
              </a:lnSpc>
              <a:buFont typeface="Arial"/>
              <a:buChar char="•"/>
            </a:pPr>
            <a:r>
              <a:rPr lang="en-US" sz="1999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(Dijkstra) </a:t>
            </a:r>
            <a:r>
              <a:rPr lang="en-US" sz="1999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Encuentra el camino mas optimo y corto lo que garantiza el mínimo costo desde un nodo origen hacia todos los demás.</a:t>
            </a:r>
          </a:p>
          <a:p>
            <a:pPr algn="l">
              <a:lnSpc>
                <a:spcPts val="2599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0699088" y="3870325"/>
            <a:ext cx="5304967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6" indent="-205103" lvl="1">
              <a:lnSpc>
                <a:spcPts val="2469"/>
              </a:lnSpc>
              <a:buFont typeface="Arial"/>
              <a:buChar char="•"/>
            </a:pPr>
            <a:r>
              <a:rPr lang="en-US" sz="1899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(Dijkstra) Al</a:t>
            </a:r>
            <a:r>
              <a:rPr lang="en-US" sz="1899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 existir aristas negativas, dijkstra no funcionará correctamente.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2116543" y="6626328"/>
            <a:ext cx="5304967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(Bipartitos) Permiten modelar relaciones entre dos conjuntos disjuntos.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76949" y="3007295"/>
            <a:ext cx="6058447" cy="520469"/>
            <a:chOff x="0" y="0"/>
            <a:chExt cx="8077929" cy="69395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Algoritmo Dijkstra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76949" y="5845175"/>
            <a:ext cx="6058447" cy="520469"/>
            <a:chOff x="0" y="0"/>
            <a:chExt cx="8077929" cy="69395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Grafo Bipartido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699088" y="6626328"/>
            <a:ext cx="5304967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3E3970"/>
                </a:solidFill>
                <a:latin typeface="DM Sans"/>
                <a:ea typeface="DM Sans"/>
                <a:cs typeface="DM Sans"/>
                <a:sym typeface="DM Sans"/>
              </a:rPr>
              <a:t>(Bipartitos) Son limitados ya que no permiten conexiones dentro del mismo conjunto.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322348" y="3007295"/>
            <a:ext cx="6058447" cy="520469"/>
            <a:chOff x="0" y="0"/>
            <a:chExt cx="8077929" cy="693959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52" id="52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Algoritmo Dijkstra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322348" y="5845175"/>
            <a:ext cx="6058447" cy="520469"/>
            <a:chOff x="0" y="0"/>
            <a:chExt cx="8077929" cy="693959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8077929" cy="693959"/>
              <a:chOff x="0" y="0"/>
              <a:chExt cx="36885267" cy="316873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72390" y="72390"/>
                <a:ext cx="36740489" cy="3023959"/>
              </a:xfrm>
              <a:custGeom>
                <a:avLst/>
                <a:gdLst/>
                <a:ahLst/>
                <a:cxnLst/>
                <a:rect r="r" b="b" t="t" l="l"/>
                <a:pathLst>
                  <a:path h="3023959" w="36740489">
                    <a:moveTo>
                      <a:pt x="0" y="0"/>
                    </a:moveTo>
                    <a:lnTo>
                      <a:pt x="36740489" y="0"/>
                    </a:lnTo>
                    <a:lnTo>
                      <a:pt x="36740489" y="3023959"/>
                    </a:lnTo>
                    <a:lnTo>
                      <a:pt x="0" y="30239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EFF"/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6885268" cy="3168739"/>
              </a:xfrm>
              <a:custGeom>
                <a:avLst/>
                <a:gdLst/>
                <a:ahLst/>
                <a:cxnLst/>
                <a:rect r="r" b="b" t="t" l="l"/>
                <a:pathLst>
                  <a:path h="3168739" w="36885268">
                    <a:moveTo>
                      <a:pt x="36740486" y="3023959"/>
                    </a:moveTo>
                    <a:lnTo>
                      <a:pt x="36885268" y="3023959"/>
                    </a:lnTo>
                    <a:lnTo>
                      <a:pt x="36885268" y="3168739"/>
                    </a:lnTo>
                    <a:lnTo>
                      <a:pt x="36740486" y="3168739"/>
                    </a:lnTo>
                    <a:lnTo>
                      <a:pt x="36740486" y="302395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023959"/>
                    </a:lnTo>
                    <a:lnTo>
                      <a:pt x="0" y="3023959"/>
                    </a:lnTo>
                    <a:lnTo>
                      <a:pt x="0" y="144780"/>
                    </a:lnTo>
                    <a:close/>
                    <a:moveTo>
                      <a:pt x="0" y="3023959"/>
                    </a:moveTo>
                    <a:lnTo>
                      <a:pt x="144780" y="3023959"/>
                    </a:lnTo>
                    <a:lnTo>
                      <a:pt x="144780" y="3168739"/>
                    </a:lnTo>
                    <a:lnTo>
                      <a:pt x="0" y="3168739"/>
                    </a:lnTo>
                    <a:lnTo>
                      <a:pt x="0" y="3023959"/>
                    </a:lnTo>
                    <a:close/>
                    <a:moveTo>
                      <a:pt x="36740486" y="144780"/>
                    </a:moveTo>
                    <a:lnTo>
                      <a:pt x="36885268" y="144780"/>
                    </a:lnTo>
                    <a:lnTo>
                      <a:pt x="36885268" y="3023959"/>
                    </a:lnTo>
                    <a:lnTo>
                      <a:pt x="36740486" y="3023959"/>
                    </a:lnTo>
                    <a:lnTo>
                      <a:pt x="36740486" y="144780"/>
                    </a:lnTo>
                    <a:close/>
                    <a:moveTo>
                      <a:pt x="144780" y="3023959"/>
                    </a:moveTo>
                    <a:lnTo>
                      <a:pt x="36740486" y="3023959"/>
                    </a:lnTo>
                    <a:lnTo>
                      <a:pt x="36740486" y="3168739"/>
                    </a:lnTo>
                    <a:lnTo>
                      <a:pt x="144780" y="3168739"/>
                    </a:lnTo>
                    <a:lnTo>
                      <a:pt x="144780" y="3023959"/>
                    </a:lnTo>
                    <a:close/>
                    <a:moveTo>
                      <a:pt x="36740486" y="0"/>
                    </a:moveTo>
                    <a:lnTo>
                      <a:pt x="36885268" y="0"/>
                    </a:lnTo>
                    <a:lnTo>
                      <a:pt x="36885268" y="144780"/>
                    </a:lnTo>
                    <a:lnTo>
                      <a:pt x="36740486" y="144780"/>
                    </a:lnTo>
                    <a:lnTo>
                      <a:pt x="36740486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6740486" y="0"/>
                    </a:lnTo>
                    <a:lnTo>
                      <a:pt x="36740486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sp>
          <p:nvSpPr>
            <p:cNvPr name="TextBox 57" id="57"/>
            <p:cNvSpPr txBox="true"/>
            <p:nvPr/>
          </p:nvSpPr>
          <p:spPr>
            <a:xfrm rot="0">
              <a:off x="793280" y="119438"/>
              <a:ext cx="6491369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E397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Grafo Bipartido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3065" y="1255672"/>
            <a:ext cx="11124207" cy="3366330"/>
            <a:chOff x="0" y="0"/>
            <a:chExt cx="101073141" cy="305860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00928360" cy="30441270"/>
            </a:xfrm>
            <a:custGeom>
              <a:avLst/>
              <a:gdLst/>
              <a:ahLst/>
              <a:cxnLst/>
              <a:rect r="r" b="b" t="t" l="l"/>
              <a:pathLst>
                <a:path h="30441270" w="100928360">
                  <a:moveTo>
                    <a:pt x="0" y="0"/>
                  </a:moveTo>
                  <a:lnTo>
                    <a:pt x="100928360" y="0"/>
                  </a:lnTo>
                  <a:lnTo>
                    <a:pt x="100928360" y="30441270"/>
                  </a:lnTo>
                  <a:lnTo>
                    <a:pt x="0" y="3044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73142" cy="30586049"/>
            </a:xfrm>
            <a:custGeom>
              <a:avLst/>
              <a:gdLst/>
              <a:ahLst/>
              <a:cxnLst/>
              <a:rect r="r" b="b" t="t" l="l"/>
              <a:pathLst>
                <a:path h="30586049" w="101073142">
                  <a:moveTo>
                    <a:pt x="100928363" y="30441267"/>
                  </a:moveTo>
                  <a:lnTo>
                    <a:pt x="101073142" y="30441267"/>
                  </a:lnTo>
                  <a:lnTo>
                    <a:pt x="101073142" y="30586049"/>
                  </a:lnTo>
                  <a:lnTo>
                    <a:pt x="100928363" y="30586049"/>
                  </a:lnTo>
                  <a:lnTo>
                    <a:pt x="100928363" y="3044126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441267"/>
                  </a:lnTo>
                  <a:lnTo>
                    <a:pt x="0" y="30441267"/>
                  </a:lnTo>
                  <a:lnTo>
                    <a:pt x="0" y="144780"/>
                  </a:lnTo>
                  <a:close/>
                  <a:moveTo>
                    <a:pt x="0" y="30441267"/>
                  </a:moveTo>
                  <a:lnTo>
                    <a:pt x="144780" y="30441267"/>
                  </a:lnTo>
                  <a:lnTo>
                    <a:pt x="144780" y="30586049"/>
                  </a:lnTo>
                  <a:lnTo>
                    <a:pt x="0" y="30586049"/>
                  </a:lnTo>
                  <a:lnTo>
                    <a:pt x="0" y="30441267"/>
                  </a:lnTo>
                  <a:close/>
                  <a:moveTo>
                    <a:pt x="100928363" y="144780"/>
                  </a:moveTo>
                  <a:lnTo>
                    <a:pt x="101073142" y="144780"/>
                  </a:lnTo>
                  <a:lnTo>
                    <a:pt x="101073142" y="30441267"/>
                  </a:lnTo>
                  <a:lnTo>
                    <a:pt x="100928363" y="30441267"/>
                  </a:lnTo>
                  <a:lnTo>
                    <a:pt x="100928363" y="144780"/>
                  </a:lnTo>
                  <a:close/>
                  <a:moveTo>
                    <a:pt x="144780" y="30441267"/>
                  </a:moveTo>
                  <a:lnTo>
                    <a:pt x="100928363" y="30441267"/>
                  </a:lnTo>
                  <a:lnTo>
                    <a:pt x="100928363" y="30586049"/>
                  </a:lnTo>
                  <a:lnTo>
                    <a:pt x="144780" y="30586049"/>
                  </a:lnTo>
                  <a:lnTo>
                    <a:pt x="144780" y="30441267"/>
                  </a:lnTo>
                  <a:close/>
                  <a:moveTo>
                    <a:pt x="100928363" y="0"/>
                  </a:moveTo>
                  <a:lnTo>
                    <a:pt x="101073142" y="0"/>
                  </a:lnTo>
                  <a:lnTo>
                    <a:pt x="101073142" y="144780"/>
                  </a:lnTo>
                  <a:lnTo>
                    <a:pt x="100928363" y="144780"/>
                  </a:lnTo>
                  <a:lnTo>
                    <a:pt x="10092836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0928363" y="0"/>
                  </a:lnTo>
                  <a:lnTo>
                    <a:pt x="10092836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76874" y="6037981"/>
            <a:ext cx="11124207" cy="3366330"/>
            <a:chOff x="0" y="0"/>
            <a:chExt cx="101073141" cy="305860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100928360" cy="30441270"/>
            </a:xfrm>
            <a:custGeom>
              <a:avLst/>
              <a:gdLst/>
              <a:ahLst/>
              <a:cxnLst/>
              <a:rect r="r" b="b" t="t" l="l"/>
              <a:pathLst>
                <a:path h="30441270" w="100928360">
                  <a:moveTo>
                    <a:pt x="0" y="0"/>
                  </a:moveTo>
                  <a:lnTo>
                    <a:pt x="100928360" y="0"/>
                  </a:lnTo>
                  <a:lnTo>
                    <a:pt x="100928360" y="30441270"/>
                  </a:lnTo>
                  <a:lnTo>
                    <a:pt x="0" y="3044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073142" cy="30586049"/>
            </a:xfrm>
            <a:custGeom>
              <a:avLst/>
              <a:gdLst/>
              <a:ahLst/>
              <a:cxnLst/>
              <a:rect r="r" b="b" t="t" l="l"/>
              <a:pathLst>
                <a:path h="30586049" w="101073142">
                  <a:moveTo>
                    <a:pt x="100928363" y="30441267"/>
                  </a:moveTo>
                  <a:lnTo>
                    <a:pt x="101073142" y="30441267"/>
                  </a:lnTo>
                  <a:lnTo>
                    <a:pt x="101073142" y="30586049"/>
                  </a:lnTo>
                  <a:lnTo>
                    <a:pt x="100928363" y="30586049"/>
                  </a:lnTo>
                  <a:lnTo>
                    <a:pt x="100928363" y="3044126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441267"/>
                  </a:lnTo>
                  <a:lnTo>
                    <a:pt x="0" y="30441267"/>
                  </a:lnTo>
                  <a:lnTo>
                    <a:pt x="0" y="144780"/>
                  </a:lnTo>
                  <a:close/>
                  <a:moveTo>
                    <a:pt x="0" y="30441267"/>
                  </a:moveTo>
                  <a:lnTo>
                    <a:pt x="144780" y="30441267"/>
                  </a:lnTo>
                  <a:lnTo>
                    <a:pt x="144780" y="30586049"/>
                  </a:lnTo>
                  <a:lnTo>
                    <a:pt x="0" y="30586049"/>
                  </a:lnTo>
                  <a:lnTo>
                    <a:pt x="0" y="30441267"/>
                  </a:lnTo>
                  <a:close/>
                  <a:moveTo>
                    <a:pt x="100928363" y="144780"/>
                  </a:moveTo>
                  <a:lnTo>
                    <a:pt x="101073142" y="144780"/>
                  </a:lnTo>
                  <a:lnTo>
                    <a:pt x="101073142" y="30441267"/>
                  </a:lnTo>
                  <a:lnTo>
                    <a:pt x="100928363" y="30441267"/>
                  </a:lnTo>
                  <a:lnTo>
                    <a:pt x="100928363" y="144780"/>
                  </a:lnTo>
                  <a:close/>
                  <a:moveTo>
                    <a:pt x="144780" y="30441267"/>
                  </a:moveTo>
                  <a:lnTo>
                    <a:pt x="100928363" y="30441267"/>
                  </a:lnTo>
                  <a:lnTo>
                    <a:pt x="100928363" y="30586049"/>
                  </a:lnTo>
                  <a:lnTo>
                    <a:pt x="144780" y="30586049"/>
                  </a:lnTo>
                  <a:lnTo>
                    <a:pt x="144780" y="30441267"/>
                  </a:lnTo>
                  <a:close/>
                  <a:moveTo>
                    <a:pt x="100928363" y="0"/>
                  </a:moveTo>
                  <a:lnTo>
                    <a:pt x="101073142" y="0"/>
                  </a:lnTo>
                  <a:lnTo>
                    <a:pt x="101073142" y="144780"/>
                  </a:lnTo>
                  <a:lnTo>
                    <a:pt x="100928363" y="144780"/>
                  </a:lnTo>
                  <a:lnTo>
                    <a:pt x="10092836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0928363" y="0"/>
                  </a:lnTo>
                  <a:lnTo>
                    <a:pt x="10092836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2374" y="1318247"/>
            <a:ext cx="11360896" cy="3154584"/>
            <a:chOff x="0" y="0"/>
            <a:chExt cx="51538179" cy="143106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2390" y="72390"/>
              <a:ext cx="51393399" cy="14165843"/>
            </a:xfrm>
            <a:custGeom>
              <a:avLst/>
              <a:gdLst/>
              <a:ahLst/>
              <a:cxnLst/>
              <a:rect r="r" b="b" t="t" l="l"/>
              <a:pathLst>
                <a:path h="14165843" w="51393399">
                  <a:moveTo>
                    <a:pt x="0" y="0"/>
                  </a:moveTo>
                  <a:lnTo>
                    <a:pt x="51393399" y="0"/>
                  </a:lnTo>
                  <a:lnTo>
                    <a:pt x="51393399" y="14165843"/>
                  </a:lnTo>
                  <a:lnTo>
                    <a:pt x="0" y="14165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38178" cy="14310623"/>
            </a:xfrm>
            <a:custGeom>
              <a:avLst/>
              <a:gdLst/>
              <a:ahLst/>
              <a:cxnLst/>
              <a:rect r="r" b="b" t="t" l="l"/>
              <a:pathLst>
                <a:path h="14310623" w="51538178">
                  <a:moveTo>
                    <a:pt x="51393399" y="14165842"/>
                  </a:moveTo>
                  <a:lnTo>
                    <a:pt x="51538178" y="14165842"/>
                  </a:lnTo>
                  <a:lnTo>
                    <a:pt x="51538178" y="14310623"/>
                  </a:lnTo>
                  <a:lnTo>
                    <a:pt x="51393399" y="14310623"/>
                  </a:lnTo>
                  <a:lnTo>
                    <a:pt x="51393399" y="1416584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165842"/>
                  </a:lnTo>
                  <a:lnTo>
                    <a:pt x="0" y="14165842"/>
                  </a:lnTo>
                  <a:lnTo>
                    <a:pt x="0" y="144780"/>
                  </a:lnTo>
                  <a:close/>
                  <a:moveTo>
                    <a:pt x="0" y="14165842"/>
                  </a:moveTo>
                  <a:lnTo>
                    <a:pt x="144780" y="14165842"/>
                  </a:lnTo>
                  <a:lnTo>
                    <a:pt x="144780" y="14310623"/>
                  </a:lnTo>
                  <a:lnTo>
                    <a:pt x="0" y="14310623"/>
                  </a:lnTo>
                  <a:lnTo>
                    <a:pt x="0" y="14165842"/>
                  </a:lnTo>
                  <a:close/>
                  <a:moveTo>
                    <a:pt x="51393399" y="144780"/>
                  </a:moveTo>
                  <a:lnTo>
                    <a:pt x="51538178" y="144780"/>
                  </a:lnTo>
                  <a:lnTo>
                    <a:pt x="51538178" y="14165842"/>
                  </a:lnTo>
                  <a:lnTo>
                    <a:pt x="51393399" y="14165842"/>
                  </a:lnTo>
                  <a:lnTo>
                    <a:pt x="51393399" y="144780"/>
                  </a:lnTo>
                  <a:close/>
                  <a:moveTo>
                    <a:pt x="144780" y="14165842"/>
                  </a:moveTo>
                  <a:lnTo>
                    <a:pt x="51393399" y="14165842"/>
                  </a:lnTo>
                  <a:lnTo>
                    <a:pt x="51393399" y="14310623"/>
                  </a:lnTo>
                  <a:lnTo>
                    <a:pt x="144780" y="14310623"/>
                  </a:lnTo>
                  <a:lnTo>
                    <a:pt x="144780" y="14165842"/>
                  </a:lnTo>
                  <a:close/>
                  <a:moveTo>
                    <a:pt x="51393399" y="0"/>
                  </a:moveTo>
                  <a:lnTo>
                    <a:pt x="51538178" y="0"/>
                  </a:lnTo>
                  <a:lnTo>
                    <a:pt x="51538178" y="144780"/>
                  </a:lnTo>
                  <a:lnTo>
                    <a:pt x="51393399" y="144780"/>
                  </a:lnTo>
                  <a:lnTo>
                    <a:pt x="513933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1393399" y="0"/>
                  </a:lnTo>
                  <a:lnTo>
                    <a:pt x="513933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896184" y="6100556"/>
            <a:ext cx="11360896" cy="3154584"/>
            <a:chOff x="0" y="0"/>
            <a:chExt cx="51538179" cy="143106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51393399" cy="14165843"/>
            </a:xfrm>
            <a:custGeom>
              <a:avLst/>
              <a:gdLst/>
              <a:ahLst/>
              <a:cxnLst/>
              <a:rect r="r" b="b" t="t" l="l"/>
              <a:pathLst>
                <a:path h="14165843" w="51393399">
                  <a:moveTo>
                    <a:pt x="0" y="0"/>
                  </a:moveTo>
                  <a:lnTo>
                    <a:pt x="51393399" y="0"/>
                  </a:lnTo>
                  <a:lnTo>
                    <a:pt x="51393399" y="14165843"/>
                  </a:lnTo>
                  <a:lnTo>
                    <a:pt x="0" y="14165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538178" cy="14310623"/>
            </a:xfrm>
            <a:custGeom>
              <a:avLst/>
              <a:gdLst/>
              <a:ahLst/>
              <a:cxnLst/>
              <a:rect r="r" b="b" t="t" l="l"/>
              <a:pathLst>
                <a:path h="14310623" w="51538178">
                  <a:moveTo>
                    <a:pt x="51393399" y="14165842"/>
                  </a:moveTo>
                  <a:lnTo>
                    <a:pt x="51538178" y="14165842"/>
                  </a:lnTo>
                  <a:lnTo>
                    <a:pt x="51538178" y="14310623"/>
                  </a:lnTo>
                  <a:lnTo>
                    <a:pt x="51393399" y="14310623"/>
                  </a:lnTo>
                  <a:lnTo>
                    <a:pt x="51393399" y="1416584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165842"/>
                  </a:lnTo>
                  <a:lnTo>
                    <a:pt x="0" y="14165842"/>
                  </a:lnTo>
                  <a:lnTo>
                    <a:pt x="0" y="144780"/>
                  </a:lnTo>
                  <a:close/>
                  <a:moveTo>
                    <a:pt x="0" y="14165842"/>
                  </a:moveTo>
                  <a:lnTo>
                    <a:pt x="144780" y="14165842"/>
                  </a:lnTo>
                  <a:lnTo>
                    <a:pt x="144780" y="14310623"/>
                  </a:lnTo>
                  <a:lnTo>
                    <a:pt x="0" y="14310623"/>
                  </a:lnTo>
                  <a:lnTo>
                    <a:pt x="0" y="14165842"/>
                  </a:lnTo>
                  <a:close/>
                  <a:moveTo>
                    <a:pt x="51393399" y="144780"/>
                  </a:moveTo>
                  <a:lnTo>
                    <a:pt x="51538178" y="144780"/>
                  </a:lnTo>
                  <a:lnTo>
                    <a:pt x="51538178" y="14165842"/>
                  </a:lnTo>
                  <a:lnTo>
                    <a:pt x="51393399" y="14165842"/>
                  </a:lnTo>
                  <a:lnTo>
                    <a:pt x="51393399" y="144780"/>
                  </a:lnTo>
                  <a:close/>
                  <a:moveTo>
                    <a:pt x="144780" y="14165842"/>
                  </a:moveTo>
                  <a:lnTo>
                    <a:pt x="51393399" y="14165842"/>
                  </a:lnTo>
                  <a:lnTo>
                    <a:pt x="51393399" y="14310623"/>
                  </a:lnTo>
                  <a:lnTo>
                    <a:pt x="144780" y="14310623"/>
                  </a:lnTo>
                  <a:lnTo>
                    <a:pt x="144780" y="14165842"/>
                  </a:lnTo>
                  <a:close/>
                  <a:moveTo>
                    <a:pt x="51393399" y="0"/>
                  </a:moveTo>
                  <a:lnTo>
                    <a:pt x="51538178" y="0"/>
                  </a:lnTo>
                  <a:lnTo>
                    <a:pt x="51538178" y="144780"/>
                  </a:lnTo>
                  <a:lnTo>
                    <a:pt x="51393399" y="144780"/>
                  </a:lnTo>
                  <a:lnTo>
                    <a:pt x="513933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1393399" y="0"/>
                  </a:lnTo>
                  <a:lnTo>
                    <a:pt x="513933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167364" y="1384938"/>
            <a:ext cx="4091936" cy="3091053"/>
            <a:chOff x="0" y="0"/>
            <a:chExt cx="40513840" cy="306041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40369061" cy="30459418"/>
            </a:xfrm>
            <a:custGeom>
              <a:avLst/>
              <a:gdLst/>
              <a:ahLst/>
              <a:cxnLst/>
              <a:rect r="r" b="b" t="t" l="l"/>
              <a:pathLst>
                <a:path h="30459418" w="40369061">
                  <a:moveTo>
                    <a:pt x="0" y="0"/>
                  </a:moveTo>
                  <a:lnTo>
                    <a:pt x="40369061" y="0"/>
                  </a:lnTo>
                  <a:lnTo>
                    <a:pt x="40369061" y="30459418"/>
                  </a:lnTo>
                  <a:lnTo>
                    <a:pt x="0" y="30459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513840" cy="30604197"/>
            </a:xfrm>
            <a:custGeom>
              <a:avLst/>
              <a:gdLst/>
              <a:ahLst/>
              <a:cxnLst/>
              <a:rect r="r" b="b" t="t" l="l"/>
              <a:pathLst>
                <a:path h="30604197" w="40513840">
                  <a:moveTo>
                    <a:pt x="40369061" y="30459418"/>
                  </a:moveTo>
                  <a:lnTo>
                    <a:pt x="40513840" y="30459418"/>
                  </a:lnTo>
                  <a:lnTo>
                    <a:pt x="40513840" y="30604197"/>
                  </a:lnTo>
                  <a:lnTo>
                    <a:pt x="40369061" y="30604197"/>
                  </a:lnTo>
                  <a:lnTo>
                    <a:pt x="40369061" y="304594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459418"/>
                  </a:lnTo>
                  <a:lnTo>
                    <a:pt x="0" y="30459418"/>
                  </a:lnTo>
                  <a:lnTo>
                    <a:pt x="0" y="144780"/>
                  </a:lnTo>
                  <a:close/>
                  <a:moveTo>
                    <a:pt x="0" y="30459418"/>
                  </a:moveTo>
                  <a:lnTo>
                    <a:pt x="144780" y="30459418"/>
                  </a:lnTo>
                  <a:lnTo>
                    <a:pt x="144780" y="30604197"/>
                  </a:lnTo>
                  <a:lnTo>
                    <a:pt x="0" y="30604197"/>
                  </a:lnTo>
                  <a:lnTo>
                    <a:pt x="0" y="30459418"/>
                  </a:lnTo>
                  <a:close/>
                  <a:moveTo>
                    <a:pt x="40369061" y="144780"/>
                  </a:moveTo>
                  <a:lnTo>
                    <a:pt x="40513840" y="144780"/>
                  </a:lnTo>
                  <a:lnTo>
                    <a:pt x="40513840" y="30459418"/>
                  </a:lnTo>
                  <a:lnTo>
                    <a:pt x="40369061" y="30459418"/>
                  </a:lnTo>
                  <a:lnTo>
                    <a:pt x="40369061" y="144780"/>
                  </a:lnTo>
                  <a:close/>
                  <a:moveTo>
                    <a:pt x="144780" y="30459418"/>
                  </a:moveTo>
                  <a:lnTo>
                    <a:pt x="40369061" y="30459418"/>
                  </a:lnTo>
                  <a:lnTo>
                    <a:pt x="40369061" y="30604197"/>
                  </a:lnTo>
                  <a:lnTo>
                    <a:pt x="144780" y="30604197"/>
                  </a:lnTo>
                  <a:lnTo>
                    <a:pt x="144780" y="30459418"/>
                  </a:lnTo>
                  <a:close/>
                  <a:moveTo>
                    <a:pt x="40369061" y="0"/>
                  </a:moveTo>
                  <a:lnTo>
                    <a:pt x="40513840" y="0"/>
                  </a:lnTo>
                  <a:lnTo>
                    <a:pt x="40513840" y="144780"/>
                  </a:lnTo>
                  <a:lnTo>
                    <a:pt x="40369061" y="144780"/>
                  </a:lnTo>
                  <a:lnTo>
                    <a:pt x="4036906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369061" y="0"/>
                  </a:lnTo>
                  <a:lnTo>
                    <a:pt x="4036906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2374" y="5984144"/>
            <a:ext cx="4278005" cy="3240224"/>
            <a:chOff x="0" y="0"/>
            <a:chExt cx="42356098" cy="320811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2390" y="72390"/>
              <a:ext cx="42211317" cy="31936354"/>
            </a:xfrm>
            <a:custGeom>
              <a:avLst/>
              <a:gdLst/>
              <a:ahLst/>
              <a:cxnLst/>
              <a:rect r="r" b="b" t="t" l="l"/>
              <a:pathLst>
                <a:path h="31936354" w="42211317">
                  <a:moveTo>
                    <a:pt x="0" y="0"/>
                  </a:moveTo>
                  <a:lnTo>
                    <a:pt x="42211317" y="0"/>
                  </a:lnTo>
                  <a:lnTo>
                    <a:pt x="42211317" y="31936354"/>
                  </a:lnTo>
                  <a:lnTo>
                    <a:pt x="0" y="31936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356097" cy="32081133"/>
            </a:xfrm>
            <a:custGeom>
              <a:avLst/>
              <a:gdLst/>
              <a:ahLst/>
              <a:cxnLst/>
              <a:rect r="r" b="b" t="t" l="l"/>
              <a:pathLst>
                <a:path h="32081133" w="42356097">
                  <a:moveTo>
                    <a:pt x="42211318" y="31936355"/>
                  </a:moveTo>
                  <a:lnTo>
                    <a:pt x="42356097" y="31936355"/>
                  </a:lnTo>
                  <a:lnTo>
                    <a:pt x="42356097" y="32081133"/>
                  </a:lnTo>
                  <a:lnTo>
                    <a:pt x="42211318" y="32081133"/>
                  </a:lnTo>
                  <a:lnTo>
                    <a:pt x="42211318" y="3193635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1936355"/>
                  </a:lnTo>
                  <a:lnTo>
                    <a:pt x="0" y="31936355"/>
                  </a:lnTo>
                  <a:lnTo>
                    <a:pt x="0" y="144780"/>
                  </a:lnTo>
                  <a:close/>
                  <a:moveTo>
                    <a:pt x="0" y="31936355"/>
                  </a:moveTo>
                  <a:lnTo>
                    <a:pt x="144780" y="31936355"/>
                  </a:lnTo>
                  <a:lnTo>
                    <a:pt x="144780" y="32081133"/>
                  </a:lnTo>
                  <a:lnTo>
                    <a:pt x="0" y="32081133"/>
                  </a:lnTo>
                  <a:lnTo>
                    <a:pt x="0" y="31936355"/>
                  </a:lnTo>
                  <a:close/>
                  <a:moveTo>
                    <a:pt x="42211318" y="144780"/>
                  </a:moveTo>
                  <a:lnTo>
                    <a:pt x="42356097" y="144780"/>
                  </a:lnTo>
                  <a:lnTo>
                    <a:pt x="42356097" y="31936355"/>
                  </a:lnTo>
                  <a:lnTo>
                    <a:pt x="42211318" y="31936355"/>
                  </a:lnTo>
                  <a:lnTo>
                    <a:pt x="42211318" y="144780"/>
                  </a:lnTo>
                  <a:close/>
                  <a:moveTo>
                    <a:pt x="144780" y="31936355"/>
                  </a:moveTo>
                  <a:lnTo>
                    <a:pt x="42211318" y="31936355"/>
                  </a:lnTo>
                  <a:lnTo>
                    <a:pt x="42211318" y="32081133"/>
                  </a:lnTo>
                  <a:lnTo>
                    <a:pt x="144780" y="32081133"/>
                  </a:lnTo>
                  <a:lnTo>
                    <a:pt x="144780" y="31936355"/>
                  </a:lnTo>
                  <a:close/>
                  <a:moveTo>
                    <a:pt x="42211318" y="0"/>
                  </a:moveTo>
                  <a:lnTo>
                    <a:pt x="42356097" y="0"/>
                  </a:lnTo>
                  <a:lnTo>
                    <a:pt x="42356097" y="144780"/>
                  </a:lnTo>
                  <a:lnTo>
                    <a:pt x="42211318" y="144780"/>
                  </a:lnTo>
                  <a:lnTo>
                    <a:pt x="422113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2211318" y="0"/>
                  </a:lnTo>
                  <a:lnTo>
                    <a:pt x="422113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8522" y="1171200"/>
            <a:ext cx="4324965" cy="3167313"/>
            <a:chOff x="0" y="0"/>
            <a:chExt cx="40761414" cy="29850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2390" y="72390"/>
              <a:ext cx="40616633" cy="29706130"/>
            </a:xfrm>
            <a:custGeom>
              <a:avLst/>
              <a:gdLst/>
              <a:ahLst/>
              <a:cxnLst/>
              <a:rect r="r" b="b" t="t" l="l"/>
              <a:pathLst>
                <a:path h="29706130" w="40616633">
                  <a:moveTo>
                    <a:pt x="0" y="0"/>
                  </a:moveTo>
                  <a:lnTo>
                    <a:pt x="40616633" y="0"/>
                  </a:lnTo>
                  <a:lnTo>
                    <a:pt x="40616633" y="29706130"/>
                  </a:lnTo>
                  <a:lnTo>
                    <a:pt x="0" y="29706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4E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761416" cy="29850913"/>
            </a:xfrm>
            <a:custGeom>
              <a:avLst/>
              <a:gdLst/>
              <a:ahLst/>
              <a:cxnLst/>
              <a:rect r="r" b="b" t="t" l="l"/>
              <a:pathLst>
                <a:path h="29850913" w="40761416">
                  <a:moveTo>
                    <a:pt x="40616634" y="29706131"/>
                  </a:moveTo>
                  <a:lnTo>
                    <a:pt x="40761416" y="29706131"/>
                  </a:lnTo>
                  <a:lnTo>
                    <a:pt x="40761416" y="29850913"/>
                  </a:lnTo>
                  <a:lnTo>
                    <a:pt x="40616634" y="29850913"/>
                  </a:lnTo>
                  <a:lnTo>
                    <a:pt x="40616634" y="297061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9706131"/>
                  </a:lnTo>
                  <a:lnTo>
                    <a:pt x="0" y="29706131"/>
                  </a:lnTo>
                  <a:lnTo>
                    <a:pt x="0" y="144780"/>
                  </a:lnTo>
                  <a:close/>
                  <a:moveTo>
                    <a:pt x="0" y="29706131"/>
                  </a:moveTo>
                  <a:lnTo>
                    <a:pt x="144780" y="29706131"/>
                  </a:lnTo>
                  <a:lnTo>
                    <a:pt x="144780" y="29850913"/>
                  </a:lnTo>
                  <a:lnTo>
                    <a:pt x="0" y="29850913"/>
                  </a:lnTo>
                  <a:lnTo>
                    <a:pt x="0" y="29706131"/>
                  </a:lnTo>
                  <a:close/>
                  <a:moveTo>
                    <a:pt x="40616634" y="144780"/>
                  </a:moveTo>
                  <a:lnTo>
                    <a:pt x="40761416" y="144780"/>
                  </a:lnTo>
                  <a:lnTo>
                    <a:pt x="40761416" y="29706131"/>
                  </a:lnTo>
                  <a:lnTo>
                    <a:pt x="40616634" y="29706131"/>
                  </a:lnTo>
                  <a:lnTo>
                    <a:pt x="40616634" y="144780"/>
                  </a:lnTo>
                  <a:close/>
                  <a:moveTo>
                    <a:pt x="144780" y="29706131"/>
                  </a:moveTo>
                  <a:lnTo>
                    <a:pt x="40616634" y="29706131"/>
                  </a:lnTo>
                  <a:lnTo>
                    <a:pt x="40616634" y="29850913"/>
                  </a:lnTo>
                  <a:lnTo>
                    <a:pt x="144780" y="29850913"/>
                  </a:lnTo>
                  <a:lnTo>
                    <a:pt x="144780" y="29706131"/>
                  </a:lnTo>
                  <a:close/>
                  <a:moveTo>
                    <a:pt x="40616634" y="0"/>
                  </a:moveTo>
                  <a:lnTo>
                    <a:pt x="40761416" y="0"/>
                  </a:lnTo>
                  <a:lnTo>
                    <a:pt x="40761416" y="144780"/>
                  </a:lnTo>
                  <a:lnTo>
                    <a:pt x="40616634" y="144780"/>
                  </a:lnTo>
                  <a:lnTo>
                    <a:pt x="4061663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616634" y="0"/>
                  </a:lnTo>
                  <a:lnTo>
                    <a:pt x="4061663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50104" y="5919578"/>
            <a:ext cx="4324965" cy="3167313"/>
            <a:chOff x="0" y="0"/>
            <a:chExt cx="40761414" cy="298509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72390" y="72390"/>
              <a:ext cx="40616633" cy="29706130"/>
            </a:xfrm>
            <a:custGeom>
              <a:avLst/>
              <a:gdLst/>
              <a:ahLst/>
              <a:cxnLst/>
              <a:rect r="r" b="b" t="t" l="l"/>
              <a:pathLst>
                <a:path h="29706130" w="40616633">
                  <a:moveTo>
                    <a:pt x="0" y="0"/>
                  </a:moveTo>
                  <a:lnTo>
                    <a:pt x="40616633" y="0"/>
                  </a:lnTo>
                  <a:lnTo>
                    <a:pt x="40616633" y="29706130"/>
                  </a:lnTo>
                  <a:lnTo>
                    <a:pt x="0" y="29706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4E6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761416" cy="29850913"/>
            </a:xfrm>
            <a:custGeom>
              <a:avLst/>
              <a:gdLst/>
              <a:ahLst/>
              <a:cxnLst/>
              <a:rect r="r" b="b" t="t" l="l"/>
              <a:pathLst>
                <a:path h="29850913" w="40761416">
                  <a:moveTo>
                    <a:pt x="40616634" y="29706131"/>
                  </a:moveTo>
                  <a:lnTo>
                    <a:pt x="40761416" y="29706131"/>
                  </a:lnTo>
                  <a:lnTo>
                    <a:pt x="40761416" y="29850913"/>
                  </a:lnTo>
                  <a:lnTo>
                    <a:pt x="40616634" y="29850913"/>
                  </a:lnTo>
                  <a:lnTo>
                    <a:pt x="40616634" y="297061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9706131"/>
                  </a:lnTo>
                  <a:lnTo>
                    <a:pt x="0" y="29706131"/>
                  </a:lnTo>
                  <a:lnTo>
                    <a:pt x="0" y="144780"/>
                  </a:lnTo>
                  <a:close/>
                  <a:moveTo>
                    <a:pt x="0" y="29706131"/>
                  </a:moveTo>
                  <a:lnTo>
                    <a:pt x="144780" y="29706131"/>
                  </a:lnTo>
                  <a:lnTo>
                    <a:pt x="144780" y="29850913"/>
                  </a:lnTo>
                  <a:lnTo>
                    <a:pt x="0" y="29850913"/>
                  </a:lnTo>
                  <a:lnTo>
                    <a:pt x="0" y="29706131"/>
                  </a:lnTo>
                  <a:close/>
                  <a:moveTo>
                    <a:pt x="40616634" y="144780"/>
                  </a:moveTo>
                  <a:lnTo>
                    <a:pt x="40761416" y="144780"/>
                  </a:lnTo>
                  <a:lnTo>
                    <a:pt x="40761416" y="29706131"/>
                  </a:lnTo>
                  <a:lnTo>
                    <a:pt x="40616634" y="29706131"/>
                  </a:lnTo>
                  <a:lnTo>
                    <a:pt x="40616634" y="144780"/>
                  </a:lnTo>
                  <a:close/>
                  <a:moveTo>
                    <a:pt x="144780" y="29706131"/>
                  </a:moveTo>
                  <a:lnTo>
                    <a:pt x="40616634" y="29706131"/>
                  </a:lnTo>
                  <a:lnTo>
                    <a:pt x="40616634" y="29850913"/>
                  </a:lnTo>
                  <a:lnTo>
                    <a:pt x="144780" y="29850913"/>
                  </a:lnTo>
                  <a:lnTo>
                    <a:pt x="144780" y="29706131"/>
                  </a:lnTo>
                  <a:close/>
                  <a:moveTo>
                    <a:pt x="40616634" y="0"/>
                  </a:moveTo>
                  <a:lnTo>
                    <a:pt x="40761416" y="0"/>
                  </a:lnTo>
                  <a:lnTo>
                    <a:pt x="40761416" y="144780"/>
                  </a:lnTo>
                  <a:lnTo>
                    <a:pt x="40616634" y="144780"/>
                  </a:lnTo>
                  <a:lnTo>
                    <a:pt x="4061663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616634" y="0"/>
                  </a:lnTo>
                  <a:lnTo>
                    <a:pt x="4061663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30822" y="6364115"/>
            <a:ext cx="10091621" cy="2860254"/>
            <a:chOff x="0" y="0"/>
            <a:chExt cx="13455494" cy="3813671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104775"/>
              <a:ext cx="13455494" cy="1136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0"/>
                </a:lnSpc>
              </a:pPr>
              <a:r>
                <a:rPr lang="en-US" sz="5100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Bellman-Ford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60070" y="1002665"/>
              <a:ext cx="12016890" cy="28110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Hay pesos negativos.</a:t>
              </a:r>
            </a:p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Debes detectar ciclos negativos.</a:t>
              </a:r>
            </a:p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El grafo no es muy grande.</a:t>
              </a:r>
            </a:p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Modelas ganancias/pérdidas (finanzas, energía, cambios de divisas).</a:t>
              </a:r>
            </a:p>
            <a:p>
              <a:pPr algn="just">
                <a:lnSpc>
                  <a:spcPts val="283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2374" y="887711"/>
            <a:ext cx="11360896" cy="499116"/>
            <a:chOff x="0" y="0"/>
            <a:chExt cx="15147861" cy="66548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5147861" cy="665488"/>
              <a:chOff x="0" y="0"/>
              <a:chExt cx="51538179" cy="226421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72390" y="72390"/>
                <a:ext cx="513933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51393399">
                    <a:moveTo>
                      <a:pt x="0" y="0"/>
                    </a:moveTo>
                    <a:lnTo>
                      <a:pt x="51393399" y="0"/>
                    </a:lnTo>
                    <a:lnTo>
                      <a:pt x="513933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1538178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51538178">
                    <a:moveTo>
                      <a:pt x="51393399" y="2119436"/>
                    </a:moveTo>
                    <a:lnTo>
                      <a:pt x="51538178" y="2119436"/>
                    </a:lnTo>
                    <a:lnTo>
                      <a:pt x="51538178" y="2264215"/>
                    </a:lnTo>
                    <a:lnTo>
                      <a:pt x="51393399" y="2264215"/>
                    </a:lnTo>
                    <a:lnTo>
                      <a:pt x="51393399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51393399" y="144780"/>
                    </a:moveTo>
                    <a:lnTo>
                      <a:pt x="51538178" y="144780"/>
                    </a:lnTo>
                    <a:lnTo>
                      <a:pt x="51538178" y="2119436"/>
                    </a:lnTo>
                    <a:lnTo>
                      <a:pt x="51393399" y="2119436"/>
                    </a:lnTo>
                    <a:lnTo>
                      <a:pt x="51393399" y="144780"/>
                    </a:lnTo>
                    <a:close/>
                    <a:moveTo>
                      <a:pt x="144780" y="2119436"/>
                    </a:moveTo>
                    <a:lnTo>
                      <a:pt x="51393399" y="2119436"/>
                    </a:lnTo>
                    <a:lnTo>
                      <a:pt x="51393399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51393399" y="0"/>
                    </a:moveTo>
                    <a:lnTo>
                      <a:pt x="51538178" y="0"/>
                    </a:lnTo>
                    <a:lnTo>
                      <a:pt x="51538178" y="144780"/>
                    </a:lnTo>
                    <a:lnTo>
                      <a:pt x="51393399" y="144780"/>
                    </a:lnTo>
                    <a:lnTo>
                      <a:pt x="51393399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51393399" y="0"/>
                    </a:lnTo>
                    <a:lnTo>
                      <a:pt x="51393399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4125344" y="222276"/>
              <a:ext cx="259969" cy="246863"/>
              <a:chOff x="0" y="0"/>
              <a:chExt cx="553256" cy="52536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37" id="37"/>
            <p:cNvSpPr/>
            <p:nvPr/>
          </p:nvSpPr>
          <p:spPr>
            <a:xfrm>
              <a:off x="13642181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2563448">
              <a:off x="14585416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2" y="0"/>
                  </a:lnTo>
                  <a:lnTo>
                    <a:pt x="311432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896184" y="5670020"/>
            <a:ext cx="11360896" cy="499116"/>
            <a:chOff x="0" y="0"/>
            <a:chExt cx="15147861" cy="665488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5147861" cy="665488"/>
              <a:chOff x="0" y="0"/>
              <a:chExt cx="51538179" cy="226421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72390" y="72390"/>
                <a:ext cx="513933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51393399">
                    <a:moveTo>
                      <a:pt x="0" y="0"/>
                    </a:moveTo>
                    <a:lnTo>
                      <a:pt x="51393399" y="0"/>
                    </a:lnTo>
                    <a:lnTo>
                      <a:pt x="513933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1538178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51538178">
                    <a:moveTo>
                      <a:pt x="51393399" y="2119436"/>
                    </a:moveTo>
                    <a:lnTo>
                      <a:pt x="51538178" y="2119436"/>
                    </a:lnTo>
                    <a:lnTo>
                      <a:pt x="51538178" y="2264215"/>
                    </a:lnTo>
                    <a:lnTo>
                      <a:pt x="51393399" y="2264215"/>
                    </a:lnTo>
                    <a:lnTo>
                      <a:pt x="51393399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51393399" y="144780"/>
                    </a:moveTo>
                    <a:lnTo>
                      <a:pt x="51538178" y="144780"/>
                    </a:lnTo>
                    <a:lnTo>
                      <a:pt x="51538178" y="2119436"/>
                    </a:lnTo>
                    <a:lnTo>
                      <a:pt x="51393399" y="2119436"/>
                    </a:lnTo>
                    <a:lnTo>
                      <a:pt x="51393399" y="144780"/>
                    </a:lnTo>
                    <a:close/>
                    <a:moveTo>
                      <a:pt x="144780" y="2119436"/>
                    </a:moveTo>
                    <a:lnTo>
                      <a:pt x="51393399" y="2119436"/>
                    </a:lnTo>
                    <a:lnTo>
                      <a:pt x="51393399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51393399" y="0"/>
                    </a:moveTo>
                    <a:lnTo>
                      <a:pt x="51538178" y="0"/>
                    </a:lnTo>
                    <a:lnTo>
                      <a:pt x="51538178" y="144780"/>
                    </a:lnTo>
                    <a:lnTo>
                      <a:pt x="51393399" y="144780"/>
                    </a:lnTo>
                    <a:lnTo>
                      <a:pt x="51393399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51393399" y="0"/>
                    </a:lnTo>
                    <a:lnTo>
                      <a:pt x="51393399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4138044" y="222276"/>
              <a:ext cx="259969" cy="246863"/>
              <a:chOff x="0" y="0"/>
              <a:chExt cx="553256" cy="52536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45" id="45"/>
            <p:cNvSpPr/>
            <p:nvPr/>
          </p:nvSpPr>
          <p:spPr>
            <a:xfrm>
              <a:off x="13654881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6" id="46"/>
            <p:cNvSpPr/>
            <p:nvPr/>
          </p:nvSpPr>
          <p:spPr>
            <a:xfrm flipH="false" flipV="false" rot="2563448">
              <a:off x="14598116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2" y="0"/>
                  </a:lnTo>
                  <a:lnTo>
                    <a:pt x="311432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2609244" y="1426366"/>
            <a:ext cx="4723522" cy="2656981"/>
          </a:xfrm>
          <a:custGeom>
            <a:avLst/>
            <a:gdLst/>
            <a:ahLst/>
            <a:cxnLst/>
            <a:rect r="r" b="b" t="t" l="l"/>
            <a:pathLst>
              <a:path h="2656981" w="4723522">
                <a:moveTo>
                  <a:pt x="0" y="0"/>
                </a:moveTo>
                <a:lnTo>
                  <a:pt x="4723522" y="0"/>
                </a:lnTo>
                <a:lnTo>
                  <a:pt x="4723522" y="2656981"/>
                </a:lnTo>
                <a:lnTo>
                  <a:pt x="0" y="265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60284" y="6163534"/>
            <a:ext cx="4504605" cy="2679401"/>
          </a:xfrm>
          <a:custGeom>
            <a:avLst/>
            <a:gdLst/>
            <a:ahLst/>
            <a:cxnLst/>
            <a:rect r="r" b="b" t="t" l="l"/>
            <a:pathLst>
              <a:path h="2679401" w="4504605">
                <a:moveTo>
                  <a:pt x="0" y="0"/>
                </a:moveTo>
                <a:lnTo>
                  <a:pt x="4504606" y="0"/>
                </a:lnTo>
                <a:lnTo>
                  <a:pt x="4504606" y="2679401"/>
                </a:lnTo>
                <a:lnTo>
                  <a:pt x="0" y="26794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144000" y="3266038"/>
            <a:ext cx="2694978" cy="2711927"/>
          </a:xfrm>
          <a:custGeom>
            <a:avLst/>
            <a:gdLst/>
            <a:ahLst/>
            <a:cxnLst/>
            <a:rect r="r" b="b" t="t" l="l"/>
            <a:pathLst>
              <a:path h="2711927" w="2694978">
                <a:moveTo>
                  <a:pt x="0" y="0"/>
                </a:moveTo>
                <a:lnTo>
                  <a:pt x="2694978" y="0"/>
                </a:lnTo>
                <a:lnTo>
                  <a:pt x="2694978" y="2711928"/>
                </a:lnTo>
                <a:lnTo>
                  <a:pt x="0" y="27119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587832" y="1557412"/>
            <a:ext cx="10091621" cy="2840926"/>
            <a:chOff x="0" y="0"/>
            <a:chExt cx="13455494" cy="3787901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104775"/>
              <a:ext cx="13455494" cy="1136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0"/>
                </a:lnSpc>
              </a:pPr>
              <a:r>
                <a:rPr lang="en-US" sz="5100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Dijkstra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18977" y="1331298"/>
              <a:ext cx="12817541" cy="2456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Todos los pesos son positivos o cero.</a:t>
              </a:r>
            </a:p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Necesitas rapidez.</a:t>
              </a:r>
            </a:p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El grafo es grande y denso.</a:t>
              </a:r>
            </a:p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Es un problema de rutas, caminos o navegación.</a:t>
              </a:r>
            </a:p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3065" y="1255672"/>
            <a:ext cx="11124207" cy="3366330"/>
            <a:chOff x="0" y="0"/>
            <a:chExt cx="101073141" cy="305860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00928360" cy="30441270"/>
            </a:xfrm>
            <a:custGeom>
              <a:avLst/>
              <a:gdLst/>
              <a:ahLst/>
              <a:cxnLst/>
              <a:rect r="r" b="b" t="t" l="l"/>
              <a:pathLst>
                <a:path h="30441270" w="100928360">
                  <a:moveTo>
                    <a:pt x="0" y="0"/>
                  </a:moveTo>
                  <a:lnTo>
                    <a:pt x="100928360" y="0"/>
                  </a:lnTo>
                  <a:lnTo>
                    <a:pt x="100928360" y="30441270"/>
                  </a:lnTo>
                  <a:lnTo>
                    <a:pt x="0" y="3044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73142" cy="30586049"/>
            </a:xfrm>
            <a:custGeom>
              <a:avLst/>
              <a:gdLst/>
              <a:ahLst/>
              <a:cxnLst/>
              <a:rect r="r" b="b" t="t" l="l"/>
              <a:pathLst>
                <a:path h="30586049" w="101073142">
                  <a:moveTo>
                    <a:pt x="100928363" y="30441267"/>
                  </a:moveTo>
                  <a:lnTo>
                    <a:pt x="101073142" y="30441267"/>
                  </a:lnTo>
                  <a:lnTo>
                    <a:pt x="101073142" y="30586049"/>
                  </a:lnTo>
                  <a:lnTo>
                    <a:pt x="100928363" y="30586049"/>
                  </a:lnTo>
                  <a:lnTo>
                    <a:pt x="100928363" y="3044126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441267"/>
                  </a:lnTo>
                  <a:lnTo>
                    <a:pt x="0" y="30441267"/>
                  </a:lnTo>
                  <a:lnTo>
                    <a:pt x="0" y="144780"/>
                  </a:lnTo>
                  <a:close/>
                  <a:moveTo>
                    <a:pt x="0" y="30441267"/>
                  </a:moveTo>
                  <a:lnTo>
                    <a:pt x="144780" y="30441267"/>
                  </a:lnTo>
                  <a:lnTo>
                    <a:pt x="144780" y="30586049"/>
                  </a:lnTo>
                  <a:lnTo>
                    <a:pt x="0" y="30586049"/>
                  </a:lnTo>
                  <a:lnTo>
                    <a:pt x="0" y="30441267"/>
                  </a:lnTo>
                  <a:close/>
                  <a:moveTo>
                    <a:pt x="100928363" y="144780"/>
                  </a:moveTo>
                  <a:lnTo>
                    <a:pt x="101073142" y="144780"/>
                  </a:lnTo>
                  <a:lnTo>
                    <a:pt x="101073142" y="30441267"/>
                  </a:lnTo>
                  <a:lnTo>
                    <a:pt x="100928363" y="30441267"/>
                  </a:lnTo>
                  <a:lnTo>
                    <a:pt x="100928363" y="144780"/>
                  </a:lnTo>
                  <a:close/>
                  <a:moveTo>
                    <a:pt x="144780" y="30441267"/>
                  </a:moveTo>
                  <a:lnTo>
                    <a:pt x="100928363" y="30441267"/>
                  </a:lnTo>
                  <a:lnTo>
                    <a:pt x="100928363" y="30586049"/>
                  </a:lnTo>
                  <a:lnTo>
                    <a:pt x="144780" y="30586049"/>
                  </a:lnTo>
                  <a:lnTo>
                    <a:pt x="144780" y="30441267"/>
                  </a:lnTo>
                  <a:close/>
                  <a:moveTo>
                    <a:pt x="100928363" y="0"/>
                  </a:moveTo>
                  <a:lnTo>
                    <a:pt x="101073142" y="0"/>
                  </a:lnTo>
                  <a:lnTo>
                    <a:pt x="101073142" y="144780"/>
                  </a:lnTo>
                  <a:lnTo>
                    <a:pt x="100928363" y="144780"/>
                  </a:lnTo>
                  <a:lnTo>
                    <a:pt x="10092836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0928363" y="0"/>
                  </a:lnTo>
                  <a:lnTo>
                    <a:pt x="10092836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76874" y="6037981"/>
            <a:ext cx="11124207" cy="3366330"/>
            <a:chOff x="0" y="0"/>
            <a:chExt cx="101073141" cy="305860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100928360" cy="30441270"/>
            </a:xfrm>
            <a:custGeom>
              <a:avLst/>
              <a:gdLst/>
              <a:ahLst/>
              <a:cxnLst/>
              <a:rect r="r" b="b" t="t" l="l"/>
              <a:pathLst>
                <a:path h="30441270" w="100928360">
                  <a:moveTo>
                    <a:pt x="0" y="0"/>
                  </a:moveTo>
                  <a:lnTo>
                    <a:pt x="100928360" y="0"/>
                  </a:lnTo>
                  <a:lnTo>
                    <a:pt x="100928360" y="30441270"/>
                  </a:lnTo>
                  <a:lnTo>
                    <a:pt x="0" y="3044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073142" cy="30586049"/>
            </a:xfrm>
            <a:custGeom>
              <a:avLst/>
              <a:gdLst/>
              <a:ahLst/>
              <a:cxnLst/>
              <a:rect r="r" b="b" t="t" l="l"/>
              <a:pathLst>
                <a:path h="30586049" w="101073142">
                  <a:moveTo>
                    <a:pt x="100928363" y="30441267"/>
                  </a:moveTo>
                  <a:lnTo>
                    <a:pt x="101073142" y="30441267"/>
                  </a:lnTo>
                  <a:lnTo>
                    <a:pt x="101073142" y="30586049"/>
                  </a:lnTo>
                  <a:lnTo>
                    <a:pt x="100928363" y="30586049"/>
                  </a:lnTo>
                  <a:lnTo>
                    <a:pt x="100928363" y="3044126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441267"/>
                  </a:lnTo>
                  <a:lnTo>
                    <a:pt x="0" y="30441267"/>
                  </a:lnTo>
                  <a:lnTo>
                    <a:pt x="0" y="144780"/>
                  </a:lnTo>
                  <a:close/>
                  <a:moveTo>
                    <a:pt x="0" y="30441267"/>
                  </a:moveTo>
                  <a:lnTo>
                    <a:pt x="144780" y="30441267"/>
                  </a:lnTo>
                  <a:lnTo>
                    <a:pt x="144780" y="30586049"/>
                  </a:lnTo>
                  <a:lnTo>
                    <a:pt x="0" y="30586049"/>
                  </a:lnTo>
                  <a:lnTo>
                    <a:pt x="0" y="30441267"/>
                  </a:lnTo>
                  <a:close/>
                  <a:moveTo>
                    <a:pt x="100928363" y="144780"/>
                  </a:moveTo>
                  <a:lnTo>
                    <a:pt x="101073142" y="144780"/>
                  </a:lnTo>
                  <a:lnTo>
                    <a:pt x="101073142" y="30441267"/>
                  </a:lnTo>
                  <a:lnTo>
                    <a:pt x="100928363" y="30441267"/>
                  </a:lnTo>
                  <a:lnTo>
                    <a:pt x="100928363" y="144780"/>
                  </a:lnTo>
                  <a:close/>
                  <a:moveTo>
                    <a:pt x="144780" y="30441267"/>
                  </a:moveTo>
                  <a:lnTo>
                    <a:pt x="100928363" y="30441267"/>
                  </a:lnTo>
                  <a:lnTo>
                    <a:pt x="100928363" y="30586049"/>
                  </a:lnTo>
                  <a:lnTo>
                    <a:pt x="144780" y="30586049"/>
                  </a:lnTo>
                  <a:lnTo>
                    <a:pt x="144780" y="30441267"/>
                  </a:lnTo>
                  <a:close/>
                  <a:moveTo>
                    <a:pt x="100928363" y="0"/>
                  </a:moveTo>
                  <a:lnTo>
                    <a:pt x="101073142" y="0"/>
                  </a:lnTo>
                  <a:lnTo>
                    <a:pt x="101073142" y="144780"/>
                  </a:lnTo>
                  <a:lnTo>
                    <a:pt x="100928363" y="144780"/>
                  </a:lnTo>
                  <a:lnTo>
                    <a:pt x="10092836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0928363" y="0"/>
                  </a:lnTo>
                  <a:lnTo>
                    <a:pt x="10092836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2374" y="1318247"/>
            <a:ext cx="11360896" cy="3154584"/>
            <a:chOff x="0" y="0"/>
            <a:chExt cx="51538179" cy="143106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2390" y="72390"/>
              <a:ext cx="51393399" cy="14165843"/>
            </a:xfrm>
            <a:custGeom>
              <a:avLst/>
              <a:gdLst/>
              <a:ahLst/>
              <a:cxnLst/>
              <a:rect r="r" b="b" t="t" l="l"/>
              <a:pathLst>
                <a:path h="14165843" w="51393399">
                  <a:moveTo>
                    <a:pt x="0" y="0"/>
                  </a:moveTo>
                  <a:lnTo>
                    <a:pt x="51393399" y="0"/>
                  </a:lnTo>
                  <a:lnTo>
                    <a:pt x="51393399" y="14165843"/>
                  </a:lnTo>
                  <a:lnTo>
                    <a:pt x="0" y="14165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38178" cy="14310623"/>
            </a:xfrm>
            <a:custGeom>
              <a:avLst/>
              <a:gdLst/>
              <a:ahLst/>
              <a:cxnLst/>
              <a:rect r="r" b="b" t="t" l="l"/>
              <a:pathLst>
                <a:path h="14310623" w="51538178">
                  <a:moveTo>
                    <a:pt x="51393399" y="14165842"/>
                  </a:moveTo>
                  <a:lnTo>
                    <a:pt x="51538178" y="14165842"/>
                  </a:lnTo>
                  <a:lnTo>
                    <a:pt x="51538178" y="14310623"/>
                  </a:lnTo>
                  <a:lnTo>
                    <a:pt x="51393399" y="14310623"/>
                  </a:lnTo>
                  <a:lnTo>
                    <a:pt x="51393399" y="1416584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165842"/>
                  </a:lnTo>
                  <a:lnTo>
                    <a:pt x="0" y="14165842"/>
                  </a:lnTo>
                  <a:lnTo>
                    <a:pt x="0" y="144780"/>
                  </a:lnTo>
                  <a:close/>
                  <a:moveTo>
                    <a:pt x="0" y="14165842"/>
                  </a:moveTo>
                  <a:lnTo>
                    <a:pt x="144780" y="14165842"/>
                  </a:lnTo>
                  <a:lnTo>
                    <a:pt x="144780" y="14310623"/>
                  </a:lnTo>
                  <a:lnTo>
                    <a:pt x="0" y="14310623"/>
                  </a:lnTo>
                  <a:lnTo>
                    <a:pt x="0" y="14165842"/>
                  </a:lnTo>
                  <a:close/>
                  <a:moveTo>
                    <a:pt x="51393399" y="144780"/>
                  </a:moveTo>
                  <a:lnTo>
                    <a:pt x="51538178" y="144780"/>
                  </a:lnTo>
                  <a:lnTo>
                    <a:pt x="51538178" y="14165842"/>
                  </a:lnTo>
                  <a:lnTo>
                    <a:pt x="51393399" y="14165842"/>
                  </a:lnTo>
                  <a:lnTo>
                    <a:pt x="51393399" y="144780"/>
                  </a:lnTo>
                  <a:close/>
                  <a:moveTo>
                    <a:pt x="144780" y="14165842"/>
                  </a:moveTo>
                  <a:lnTo>
                    <a:pt x="51393399" y="14165842"/>
                  </a:lnTo>
                  <a:lnTo>
                    <a:pt x="51393399" y="14310623"/>
                  </a:lnTo>
                  <a:lnTo>
                    <a:pt x="144780" y="14310623"/>
                  </a:lnTo>
                  <a:lnTo>
                    <a:pt x="144780" y="14165842"/>
                  </a:lnTo>
                  <a:close/>
                  <a:moveTo>
                    <a:pt x="51393399" y="0"/>
                  </a:moveTo>
                  <a:lnTo>
                    <a:pt x="51538178" y="0"/>
                  </a:lnTo>
                  <a:lnTo>
                    <a:pt x="51538178" y="144780"/>
                  </a:lnTo>
                  <a:lnTo>
                    <a:pt x="51393399" y="144780"/>
                  </a:lnTo>
                  <a:lnTo>
                    <a:pt x="513933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1393399" y="0"/>
                  </a:lnTo>
                  <a:lnTo>
                    <a:pt x="513933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896184" y="6100556"/>
            <a:ext cx="11360896" cy="3154584"/>
            <a:chOff x="0" y="0"/>
            <a:chExt cx="51538179" cy="143106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51393399" cy="14165843"/>
            </a:xfrm>
            <a:custGeom>
              <a:avLst/>
              <a:gdLst/>
              <a:ahLst/>
              <a:cxnLst/>
              <a:rect r="r" b="b" t="t" l="l"/>
              <a:pathLst>
                <a:path h="14165843" w="51393399">
                  <a:moveTo>
                    <a:pt x="0" y="0"/>
                  </a:moveTo>
                  <a:lnTo>
                    <a:pt x="51393399" y="0"/>
                  </a:lnTo>
                  <a:lnTo>
                    <a:pt x="51393399" y="14165843"/>
                  </a:lnTo>
                  <a:lnTo>
                    <a:pt x="0" y="14165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538178" cy="14310623"/>
            </a:xfrm>
            <a:custGeom>
              <a:avLst/>
              <a:gdLst/>
              <a:ahLst/>
              <a:cxnLst/>
              <a:rect r="r" b="b" t="t" l="l"/>
              <a:pathLst>
                <a:path h="14310623" w="51538178">
                  <a:moveTo>
                    <a:pt x="51393399" y="14165842"/>
                  </a:moveTo>
                  <a:lnTo>
                    <a:pt x="51538178" y="14165842"/>
                  </a:lnTo>
                  <a:lnTo>
                    <a:pt x="51538178" y="14310623"/>
                  </a:lnTo>
                  <a:lnTo>
                    <a:pt x="51393399" y="14310623"/>
                  </a:lnTo>
                  <a:lnTo>
                    <a:pt x="51393399" y="1416584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165842"/>
                  </a:lnTo>
                  <a:lnTo>
                    <a:pt x="0" y="14165842"/>
                  </a:lnTo>
                  <a:lnTo>
                    <a:pt x="0" y="144780"/>
                  </a:lnTo>
                  <a:close/>
                  <a:moveTo>
                    <a:pt x="0" y="14165842"/>
                  </a:moveTo>
                  <a:lnTo>
                    <a:pt x="144780" y="14165842"/>
                  </a:lnTo>
                  <a:lnTo>
                    <a:pt x="144780" y="14310623"/>
                  </a:lnTo>
                  <a:lnTo>
                    <a:pt x="0" y="14310623"/>
                  </a:lnTo>
                  <a:lnTo>
                    <a:pt x="0" y="14165842"/>
                  </a:lnTo>
                  <a:close/>
                  <a:moveTo>
                    <a:pt x="51393399" y="144780"/>
                  </a:moveTo>
                  <a:lnTo>
                    <a:pt x="51538178" y="144780"/>
                  </a:lnTo>
                  <a:lnTo>
                    <a:pt x="51538178" y="14165842"/>
                  </a:lnTo>
                  <a:lnTo>
                    <a:pt x="51393399" y="14165842"/>
                  </a:lnTo>
                  <a:lnTo>
                    <a:pt x="51393399" y="144780"/>
                  </a:lnTo>
                  <a:close/>
                  <a:moveTo>
                    <a:pt x="144780" y="14165842"/>
                  </a:moveTo>
                  <a:lnTo>
                    <a:pt x="51393399" y="14165842"/>
                  </a:lnTo>
                  <a:lnTo>
                    <a:pt x="51393399" y="14310623"/>
                  </a:lnTo>
                  <a:lnTo>
                    <a:pt x="144780" y="14310623"/>
                  </a:lnTo>
                  <a:lnTo>
                    <a:pt x="144780" y="14165842"/>
                  </a:lnTo>
                  <a:close/>
                  <a:moveTo>
                    <a:pt x="51393399" y="0"/>
                  </a:moveTo>
                  <a:lnTo>
                    <a:pt x="51538178" y="0"/>
                  </a:lnTo>
                  <a:lnTo>
                    <a:pt x="51538178" y="144780"/>
                  </a:lnTo>
                  <a:lnTo>
                    <a:pt x="51393399" y="144780"/>
                  </a:lnTo>
                  <a:lnTo>
                    <a:pt x="513933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1393399" y="0"/>
                  </a:lnTo>
                  <a:lnTo>
                    <a:pt x="513933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167364" y="1384938"/>
            <a:ext cx="4091936" cy="3091053"/>
            <a:chOff x="0" y="0"/>
            <a:chExt cx="40513840" cy="306041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40369061" cy="30459418"/>
            </a:xfrm>
            <a:custGeom>
              <a:avLst/>
              <a:gdLst/>
              <a:ahLst/>
              <a:cxnLst/>
              <a:rect r="r" b="b" t="t" l="l"/>
              <a:pathLst>
                <a:path h="30459418" w="40369061">
                  <a:moveTo>
                    <a:pt x="0" y="0"/>
                  </a:moveTo>
                  <a:lnTo>
                    <a:pt x="40369061" y="0"/>
                  </a:lnTo>
                  <a:lnTo>
                    <a:pt x="40369061" y="30459418"/>
                  </a:lnTo>
                  <a:lnTo>
                    <a:pt x="0" y="30459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513840" cy="30604197"/>
            </a:xfrm>
            <a:custGeom>
              <a:avLst/>
              <a:gdLst/>
              <a:ahLst/>
              <a:cxnLst/>
              <a:rect r="r" b="b" t="t" l="l"/>
              <a:pathLst>
                <a:path h="30604197" w="40513840">
                  <a:moveTo>
                    <a:pt x="40369061" y="30459418"/>
                  </a:moveTo>
                  <a:lnTo>
                    <a:pt x="40513840" y="30459418"/>
                  </a:lnTo>
                  <a:lnTo>
                    <a:pt x="40513840" y="30604197"/>
                  </a:lnTo>
                  <a:lnTo>
                    <a:pt x="40369061" y="30604197"/>
                  </a:lnTo>
                  <a:lnTo>
                    <a:pt x="40369061" y="304594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459418"/>
                  </a:lnTo>
                  <a:lnTo>
                    <a:pt x="0" y="30459418"/>
                  </a:lnTo>
                  <a:lnTo>
                    <a:pt x="0" y="144780"/>
                  </a:lnTo>
                  <a:close/>
                  <a:moveTo>
                    <a:pt x="0" y="30459418"/>
                  </a:moveTo>
                  <a:lnTo>
                    <a:pt x="144780" y="30459418"/>
                  </a:lnTo>
                  <a:lnTo>
                    <a:pt x="144780" y="30604197"/>
                  </a:lnTo>
                  <a:lnTo>
                    <a:pt x="0" y="30604197"/>
                  </a:lnTo>
                  <a:lnTo>
                    <a:pt x="0" y="30459418"/>
                  </a:lnTo>
                  <a:close/>
                  <a:moveTo>
                    <a:pt x="40369061" y="144780"/>
                  </a:moveTo>
                  <a:lnTo>
                    <a:pt x="40513840" y="144780"/>
                  </a:lnTo>
                  <a:lnTo>
                    <a:pt x="40513840" y="30459418"/>
                  </a:lnTo>
                  <a:lnTo>
                    <a:pt x="40369061" y="30459418"/>
                  </a:lnTo>
                  <a:lnTo>
                    <a:pt x="40369061" y="144780"/>
                  </a:lnTo>
                  <a:close/>
                  <a:moveTo>
                    <a:pt x="144780" y="30459418"/>
                  </a:moveTo>
                  <a:lnTo>
                    <a:pt x="40369061" y="30459418"/>
                  </a:lnTo>
                  <a:lnTo>
                    <a:pt x="40369061" y="30604197"/>
                  </a:lnTo>
                  <a:lnTo>
                    <a:pt x="144780" y="30604197"/>
                  </a:lnTo>
                  <a:lnTo>
                    <a:pt x="144780" y="30459418"/>
                  </a:lnTo>
                  <a:close/>
                  <a:moveTo>
                    <a:pt x="40369061" y="0"/>
                  </a:moveTo>
                  <a:lnTo>
                    <a:pt x="40513840" y="0"/>
                  </a:lnTo>
                  <a:lnTo>
                    <a:pt x="40513840" y="144780"/>
                  </a:lnTo>
                  <a:lnTo>
                    <a:pt x="40369061" y="144780"/>
                  </a:lnTo>
                  <a:lnTo>
                    <a:pt x="4036906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369061" y="0"/>
                  </a:lnTo>
                  <a:lnTo>
                    <a:pt x="4036906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2374" y="5984144"/>
            <a:ext cx="4278005" cy="3240224"/>
            <a:chOff x="0" y="0"/>
            <a:chExt cx="42356098" cy="320811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2390" y="72390"/>
              <a:ext cx="42211317" cy="31936354"/>
            </a:xfrm>
            <a:custGeom>
              <a:avLst/>
              <a:gdLst/>
              <a:ahLst/>
              <a:cxnLst/>
              <a:rect r="r" b="b" t="t" l="l"/>
              <a:pathLst>
                <a:path h="31936354" w="42211317">
                  <a:moveTo>
                    <a:pt x="0" y="0"/>
                  </a:moveTo>
                  <a:lnTo>
                    <a:pt x="42211317" y="0"/>
                  </a:lnTo>
                  <a:lnTo>
                    <a:pt x="42211317" y="31936354"/>
                  </a:lnTo>
                  <a:lnTo>
                    <a:pt x="0" y="31936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356097" cy="32081133"/>
            </a:xfrm>
            <a:custGeom>
              <a:avLst/>
              <a:gdLst/>
              <a:ahLst/>
              <a:cxnLst/>
              <a:rect r="r" b="b" t="t" l="l"/>
              <a:pathLst>
                <a:path h="32081133" w="42356097">
                  <a:moveTo>
                    <a:pt x="42211318" y="31936355"/>
                  </a:moveTo>
                  <a:lnTo>
                    <a:pt x="42356097" y="31936355"/>
                  </a:lnTo>
                  <a:lnTo>
                    <a:pt x="42356097" y="32081133"/>
                  </a:lnTo>
                  <a:lnTo>
                    <a:pt x="42211318" y="32081133"/>
                  </a:lnTo>
                  <a:lnTo>
                    <a:pt x="42211318" y="3193635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1936355"/>
                  </a:lnTo>
                  <a:lnTo>
                    <a:pt x="0" y="31936355"/>
                  </a:lnTo>
                  <a:lnTo>
                    <a:pt x="0" y="144780"/>
                  </a:lnTo>
                  <a:close/>
                  <a:moveTo>
                    <a:pt x="0" y="31936355"/>
                  </a:moveTo>
                  <a:lnTo>
                    <a:pt x="144780" y="31936355"/>
                  </a:lnTo>
                  <a:lnTo>
                    <a:pt x="144780" y="32081133"/>
                  </a:lnTo>
                  <a:lnTo>
                    <a:pt x="0" y="32081133"/>
                  </a:lnTo>
                  <a:lnTo>
                    <a:pt x="0" y="31936355"/>
                  </a:lnTo>
                  <a:close/>
                  <a:moveTo>
                    <a:pt x="42211318" y="144780"/>
                  </a:moveTo>
                  <a:lnTo>
                    <a:pt x="42356097" y="144780"/>
                  </a:lnTo>
                  <a:lnTo>
                    <a:pt x="42356097" y="31936355"/>
                  </a:lnTo>
                  <a:lnTo>
                    <a:pt x="42211318" y="31936355"/>
                  </a:lnTo>
                  <a:lnTo>
                    <a:pt x="42211318" y="144780"/>
                  </a:lnTo>
                  <a:close/>
                  <a:moveTo>
                    <a:pt x="144780" y="31936355"/>
                  </a:moveTo>
                  <a:lnTo>
                    <a:pt x="42211318" y="31936355"/>
                  </a:lnTo>
                  <a:lnTo>
                    <a:pt x="42211318" y="32081133"/>
                  </a:lnTo>
                  <a:lnTo>
                    <a:pt x="144780" y="32081133"/>
                  </a:lnTo>
                  <a:lnTo>
                    <a:pt x="144780" y="31936355"/>
                  </a:lnTo>
                  <a:close/>
                  <a:moveTo>
                    <a:pt x="42211318" y="0"/>
                  </a:moveTo>
                  <a:lnTo>
                    <a:pt x="42356097" y="0"/>
                  </a:lnTo>
                  <a:lnTo>
                    <a:pt x="42356097" y="144780"/>
                  </a:lnTo>
                  <a:lnTo>
                    <a:pt x="42211318" y="144780"/>
                  </a:lnTo>
                  <a:lnTo>
                    <a:pt x="422113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2211318" y="0"/>
                  </a:lnTo>
                  <a:lnTo>
                    <a:pt x="422113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8522" y="1171200"/>
            <a:ext cx="4324965" cy="3167313"/>
            <a:chOff x="0" y="0"/>
            <a:chExt cx="40761414" cy="29850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2390" y="72390"/>
              <a:ext cx="40616633" cy="29706130"/>
            </a:xfrm>
            <a:custGeom>
              <a:avLst/>
              <a:gdLst/>
              <a:ahLst/>
              <a:cxnLst/>
              <a:rect r="r" b="b" t="t" l="l"/>
              <a:pathLst>
                <a:path h="29706130" w="40616633">
                  <a:moveTo>
                    <a:pt x="0" y="0"/>
                  </a:moveTo>
                  <a:lnTo>
                    <a:pt x="40616633" y="0"/>
                  </a:lnTo>
                  <a:lnTo>
                    <a:pt x="40616633" y="29706130"/>
                  </a:lnTo>
                  <a:lnTo>
                    <a:pt x="0" y="29706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4E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761416" cy="29850913"/>
            </a:xfrm>
            <a:custGeom>
              <a:avLst/>
              <a:gdLst/>
              <a:ahLst/>
              <a:cxnLst/>
              <a:rect r="r" b="b" t="t" l="l"/>
              <a:pathLst>
                <a:path h="29850913" w="40761416">
                  <a:moveTo>
                    <a:pt x="40616634" y="29706131"/>
                  </a:moveTo>
                  <a:lnTo>
                    <a:pt x="40761416" y="29706131"/>
                  </a:lnTo>
                  <a:lnTo>
                    <a:pt x="40761416" y="29850913"/>
                  </a:lnTo>
                  <a:lnTo>
                    <a:pt x="40616634" y="29850913"/>
                  </a:lnTo>
                  <a:lnTo>
                    <a:pt x="40616634" y="297061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9706131"/>
                  </a:lnTo>
                  <a:lnTo>
                    <a:pt x="0" y="29706131"/>
                  </a:lnTo>
                  <a:lnTo>
                    <a:pt x="0" y="144780"/>
                  </a:lnTo>
                  <a:close/>
                  <a:moveTo>
                    <a:pt x="0" y="29706131"/>
                  </a:moveTo>
                  <a:lnTo>
                    <a:pt x="144780" y="29706131"/>
                  </a:lnTo>
                  <a:lnTo>
                    <a:pt x="144780" y="29850913"/>
                  </a:lnTo>
                  <a:lnTo>
                    <a:pt x="0" y="29850913"/>
                  </a:lnTo>
                  <a:lnTo>
                    <a:pt x="0" y="29706131"/>
                  </a:lnTo>
                  <a:close/>
                  <a:moveTo>
                    <a:pt x="40616634" y="144780"/>
                  </a:moveTo>
                  <a:lnTo>
                    <a:pt x="40761416" y="144780"/>
                  </a:lnTo>
                  <a:lnTo>
                    <a:pt x="40761416" y="29706131"/>
                  </a:lnTo>
                  <a:lnTo>
                    <a:pt x="40616634" y="29706131"/>
                  </a:lnTo>
                  <a:lnTo>
                    <a:pt x="40616634" y="144780"/>
                  </a:lnTo>
                  <a:close/>
                  <a:moveTo>
                    <a:pt x="144780" y="29706131"/>
                  </a:moveTo>
                  <a:lnTo>
                    <a:pt x="40616634" y="29706131"/>
                  </a:lnTo>
                  <a:lnTo>
                    <a:pt x="40616634" y="29850913"/>
                  </a:lnTo>
                  <a:lnTo>
                    <a:pt x="144780" y="29850913"/>
                  </a:lnTo>
                  <a:lnTo>
                    <a:pt x="144780" y="29706131"/>
                  </a:lnTo>
                  <a:close/>
                  <a:moveTo>
                    <a:pt x="40616634" y="0"/>
                  </a:moveTo>
                  <a:lnTo>
                    <a:pt x="40761416" y="0"/>
                  </a:lnTo>
                  <a:lnTo>
                    <a:pt x="40761416" y="144780"/>
                  </a:lnTo>
                  <a:lnTo>
                    <a:pt x="40616634" y="144780"/>
                  </a:lnTo>
                  <a:lnTo>
                    <a:pt x="4061663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616634" y="0"/>
                  </a:lnTo>
                  <a:lnTo>
                    <a:pt x="4061663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50104" y="5919578"/>
            <a:ext cx="4324965" cy="3167313"/>
            <a:chOff x="0" y="0"/>
            <a:chExt cx="40761414" cy="298509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72390" y="72390"/>
              <a:ext cx="40616633" cy="29706130"/>
            </a:xfrm>
            <a:custGeom>
              <a:avLst/>
              <a:gdLst/>
              <a:ahLst/>
              <a:cxnLst/>
              <a:rect r="r" b="b" t="t" l="l"/>
              <a:pathLst>
                <a:path h="29706130" w="40616633">
                  <a:moveTo>
                    <a:pt x="0" y="0"/>
                  </a:moveTo>
                  <a:lnTo>
                    <a:pt x="40616633" y="0"/>
                  </a:lnTo>
                  <a:lnTo>
                    <a:pt x="40616633" y="29706130"/>
                  </a:lnTo>
                  <a:lnTo>
                    <a:pt x="0" y="29706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4E6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761416" cy="29850913"/>
            </a:xfrm>
            <a:custGeom>
              <a:avLst/>
              <a:gdLst/>
              <a:ahLst/>
              <a:cxnLst/>
              <a:rect r="r" b="b" t="t" l="l"/>
              <a:pathLst>
                <a:path h="29850913" w="40761416">
                  <a:moveTo>
                    <a:pt x="40616634" y="29706131"/>
                  </a:moveTo>
                  <a:lnTo>
                    <a:pt x="40761416" y="29706131"/>
                  </a:lnTo>
                  <a:lnTo>
                    <a:pt x="40761416" y="29850913"/>
                  </a:lnTo>
                  <a:lnTo>
                    <a:pt x="40616634" y="29850913"/>
                  </a:lnTo>
                  <a:lnTo>
                    <a:pt x="40616634" y="297061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9706131"/>
                  </a:lnTo>
                  <a:lnTo>
                    <a:pt x="0" y="29706131"/>
                  </a:lnTo>
                  <a:lnTo>
                    <a:pt x="0" y="144780"/>
                  </a:lnTo>
                  <a:close/>
                  <a:moveTo>
                    <a:pt x="0" y="29706131"/>
                  </a:moveTo>
                  <a:lnTo>
                    <a:pt x="144780" y="29706131"/>
                  </a:lnTo>
                  <a:lnTo>
                    <a:pt x="144780" y="29850913"/>
                  </a:lnTo>
                  <a:lnTo>
                    <a:pt x="0" y="29850913"/>
                  </a:lnTo>
                  <a:lnTo>
                    <a:pt x="0" y="29706131"/>
                  </a:lnTo>
                  <a:close/>
                  <a:moveTo>
                    <a:pt x="40616634" y="144780"/>
                  </a:moveTo>
                  <a:lnTo>
                    <a:pt x="40761416" y="144780"/>
                  </a:lnTo>
                  <a:lnTo>
                    <a:pt x="40761416" y="29706131"/>
                  </a:lnTo>
                  <a:lnTo>
                    <a:pt x="40616634" y="29706131"/>
                  </a:lnTo>
                  <a:lnTo>
                    <a:pt x="40616634" y="144780"/>
                  </a:lnTo>
                  <a:close/>
                  <a:moveTo>
                    <a:pt x="144780" y="29706131"/>
                  </a:moveTo>
                  <a:lnTo>
                    <a:pt x="40616634" y="29706131"/>
                  </a:lnTo>
                  <a:lnTo>
                    <a:pt x="40616634" y="29850913"/>
                  </a:lnTo>
                  <a:lnTo>
                    <a:pt x="144780" y="29850913"/>
                  </a:lnTo>
                  <a:lnTo>
                    <a:pt x="144780" y="29706131"/>
                  </a:lnTo>
                  <a:close/>
                  <a:moveTo>
                    <a:pt x="40616634" y="0"/>
                  </a:moveTo>
                  <a:lnTo>
                    <a:pt x="40761416" y="0"/>
                  </a:lnTo>
                  <a:lnTo>
                    <a:pt x="40761416" y="144780"/>
                  </a:lnTo>
                  <a:lnTo>
                    <a:pt x="40616634" y="144780"/>
                  </a:lnTo>
                  <a:lnTo>
                    <a:pt x="4061663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616634" y="0"/>
                  </a:lnTo>
                  <a:lnTo>
                    <a:pt x="4061663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22374" y="887711"/>
            <a:ext cx="11360896" cy="499116"/>
            <a:chOff x="0" y="0"/>
            <a:chExt cx="15147861" cy="66548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5147861" cy="665488"/>
              <a:chOff x="0" y="0"/>
              <a:chExt cx="51538179" cy="226421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72390" y="72390"/>
                <a:ext cx="513933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51393399">
                    <a:moveTo>
                      <a:pt x="0" y="0"/>
                    </a:moveTo>
                    <a:lnTo>
                      <a:pt x="51393399" y="0"/>
                    </a:lnTo>
                    <a:lnTo>
                      <a:pt x="513933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1538178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51538178">
                    <a:moveTo>
                      <a:pt x="51393399" y="2119436"/>
                    </a:moveTo>
                    <a:lnTo>
                      <a:pt x="51538178" y="2119436"/>
                    </a:lnTo>
                    <a:lnTo>
                      <a:pt x="51538178" y="2264215"/>
                    </a:lnTo>
                    <a:lnTo>
                      <a:pt x="51393399" y="2264215"/>
                    </a:lnTo>
                    <a:lnTo>
                      <a:pt x="51393399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51393399" y="144780"/>
                    </a:moveTo>
                    <a:lnTo>
                      <a:pt x="51538178" y="144780"/>
                    </a:lnTo>
                    <a:lnTo>
                      <a:pt x="51538178" y="2119436"/>
                    </a:lnTo>
                    <a:lnTo>
                      <a:pt x="51393399" y="2119436"/>
                    </a:lnTo>
                    <a:lnTo>
                      <a:pt x="51393399" y="144780"/>
                    </a:lnTo>
                    <a:close/>
                    <a:moveTo>
                      <a:pt x="144780" y="2119436"/>
                    </a:moveTo>
                    <a:lnTo>
                      <a:pt x="51393399" y="2119436"/>
                    </a:lnTo>
                    <a:lnTo>
                      <a:pt x="51393399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51393399" y="0"/>
                    </a:moveTo>
                    <a:lnTo>
                      <a:pt x="51538178" y="0"/>
                    </a:lnTo>
                    <a:lnTo>
                      <a:pt x="51538178" y="144780"/>
                    </a:lnTo>
                    <a:lnTo>
                      <a:pt x="51393399" y="144780"/>
                    </a:lnTo>
                    <a:lnTo>
                      <a:pt x="51393399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51393399" y="0"/>
                    </a:lnTo>
                    <a:lnTo>
                      <a:pt x="51393399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125344" y="222276"/>
              <a:ext cx="259969" cy="246863"/>
              <a:chOff x="0" y="0"/>
              <a:chExt cx="553256" cy="52536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34" id="34"/>
            <p:cNvSpPr/>
            <p:nvPr/>
          </p:nvSpPr>
          <p:spPr>
            <a:xfrm>
              <a:off x="13642181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2563448">
              <a:off x="14585416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2" y="0"/>
                  </a:lnTo>
                  <a:lnTo>
                    <a:pt x="311432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896184" y="5670020"/>
            <a:ext cx="11360896" cy="499116"/>
            <a:chOff x="0" y="0"/>
            <a:chExt cx="15147861" cy="66548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5147861" cy="665488"/>
              <a:chOff x="0" y="0"/>
              <a:chExt cx="51538179" cy="226421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72390" y="72390"/>
                <a:ext cx="513933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51393399">
                    <a:moveTo>
                      <a:pt x="0" y="0"/>
                    </a:moveTo>
                    <a:lnTo>
                      <a:pt x="51393399" y="0"/>
                    </a:lnTo>
                    <a:lnTo>
                      <a:pt x="513933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1538178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51538178">
                    <a:moveTo>
                      <a:pt x="51393399" y="2119436"/>
                    </a:moveTo>
                    <a:lnTo>
                      <a:pt x="51538178" y="2119436"/>
                    </a:lnTo>
                    <a:lnTo>
                      <a:pt x="51538178" y="2264215"/>
                    </a:lnTo>
                    <a:lnTo>
                      <a:pt x="51393399" y="2264215"/>
                    </a:lnTo>
                    <a:lnTo>
                      <a:pt x="51393399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51393399" y="144780"/>
                    </a:moveTo>
                    <a:lnTo>
                      <a:pt x="51538178" y="144780"/>
                    </a:lnTo>
                    <a:lnTo>
                      <a:pt x="51538178" y="2119436"/>
                    </a:lnTo>
                    <a:lnTo>
                      <a:pt x="51393399" y="2119436"/>
                    </a:lnTo>
                    <a:lnTo>
                      <a:pt x="51393399" y="144780"/>
                    </a:lnTo>
                    <a:close/>
                    <a:moveTo>
                      <a:pt x="144780" y="2119436"/>
                    </a:moveTo>
                    <a:lnTo>
                      <a:pt x="51393399" y="2119436"/>
                    </a:lnTo>
                    <a:lnTo>
                      <a:pt x="51393399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51393399" y="0"/>
                    </a:moveTo>
                    <a:lnTo>
                      <a:pt x="51538178" y="0"/>
                    </a:lnTo>
                    <a:lnTo>
                      <a:pt x="51538178" y="144780"/>
                    </a:lnTo>
                    <a:lnTo>
                      <a:pt x="51393399" y="144780"/>
                    </a:lnTo>
                    <a:lnTo>
                      <a:pt x="51393399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51393399" y="0"/>
                    </a:lnTo>
                    <a:lnTo>
                      <a:pt x="51393399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4138044" y="222276"/>
              <a:ext cx="259969" cy="246863"/>
              <a:chOff x="0" y="0"/>
              <a:chExt cx="553256" cy="52536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42" id="42"/>
            <p:cNvSpPr/>
            <p:nvPr/>
          </p:nvSpPr>
          <p:spPr>
            <a:xfrm>
              <a:off x="13654881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2563448">
              <a:off x="14598116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2" y="0"/>
                  </a:lnTo>
                  <a:lnTo>
                    <a:pt x="311432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9144000" y="3207650"/>
            <a:ext cx="2694978" cy="2711927"/>
          </a:xfrm>
          <a:custGeom>
            <a:avLst/>
            <a:gdLst/>
            <a:ahLst/>
            <a:cxnLst/>
            <a:rect r="r" b="b" t="t" l="l"/>
            <a:pathLst>
              <a:path h="2711927" w="2694978">
                <a:moveTo>
                  <a:pt x="0" y="0"/>
                </a:moveTo>
                <a:lnTo>
                  <a:pt x="2694978" y="0"/>
                </a:lnTo>
                <a:lnTo>
                  <a:pt x="2694978" y="2711928"/>
                </a:lnTo>
                <a:lnTo>
                  <a:pt x="0" y="2711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698187" y="1291990"/>
            <a:ext cx="4545636" cy="2925734"/>
          </a:xfrm>
          <a:custGeom>
            <a:avLst/>
            <a:gdLst/>
            <a:ahLst/>
            <a:cxnLst/>
            <a:rect r="r" b="b" t="t" l="l"/>
            <a:pathLst>
              <a:path h="2925734" w="4545636">
                <a:moveTo>
                  <a:pt x="0" y="0"/>
                </a:moveTo>
                <a:lnTo>
                  <a:pt x="4545636" y="0"/>
                </a:lnTo>
                <a:lnTo>
                  <a:pt x="4545636" y="2925733"/>
                </a:lnTo>
                <a:lnTo>
                  <a:pt x="0" y="2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45" t="0" r="-20926" b="-45379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85081" y="5473003"/>
            <a:ext cx="3655012" cy="3931308"/>
          </a:xfrm>
          <a:custGeom>
            <a:avLst/>
            <a:gdLst/>
            <a:ahLst/>
            <a:cxnLst/>
            <a:rect r="r" b="b" t="t" l="l"/>
            <a:pathLst>
              <a:path h="3931308" w="3655012">
                <a:moveTo>
                  <a:pt x="0" y="0"/>
                </a:moveTo>
                <a:lnTo>
                  <a:pt x="3655012" y="0"/>
                </a:lnTo>
                <a:lnTo>
                  <a:pt x="3655012" y="3931308"/>
                </a:lnTo>
                <a:lnTo>
                  <a:pt x="0" y="39313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6586019" y="6440553"/>
            <a:ext cx="10091621" cy="2431391"/>
            <a:chOff x="0" y="0"/>
            <a:chExt cx="13455494" cy="3241854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-104775"/>
              <a:ext cx="13455494" cy="1136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0"/>
                </a:lnSpc>
              </a:pPr>
              <a:r>
                <a:rPr lang="en-US" sz="5100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Grafo no Bipartido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286474" y="1370648"/>
              <a:ext cx="12016890" cy="1871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No hay división de nodos obligatoria.</a:t>
              </a:r>
            </a:p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La conexión es con cualquier par de vértices</a:t>
              </a: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l" marL="471349" indent="-235675" lvl="1">
                <a:lnSpc>
                  <a:spcPts val="2838"/>
                </a:lnSpc>
                <a:buFont typeface="Arial"/>
                <a:buChar char="•"/>
              </a:pP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Puede contener ciclos impares</a:t>
              </a:r>
              <a:r>
                <a:rPr lang="en-US" sz="2183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just">
                <a:lnSpc>
                  <a:spcPts val="2838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7832" y="1557412"/>
            <a:ext cx="10091621" cy="2469451"/>
            <a:chOff x="0" y="0"/>
            <a:chExt cx="13455494" cy="3292601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104775"/>
              <a:ext cx="13455494" cy="1136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30"/>
                </a:lnSpc>
              </a:pPr>
              <a:r>
                <a:rPr lang="en-US" sz="5100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Grafo Bipartido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18977" y="1331298"/>
              <a:ext cx="12817541" cy="1961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Dos conjuntos disyuntos.</a:t>
              </a:r>
            </a:p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Conexiones solo entre conjuntos diferente</a:t>
              </a: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l" marL="496571" indent="-248285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No tiene ciclos impares</a:t>
              </a: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l">
                <a:lnSpc>
                  <a:spcPts val="299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8915" y="168035"/>
            <a:ext cx="16192204" cy="4079431"/>
            <a:chOff x="0" y="0"/>
            <a:chExt cx="145869385" cy="367500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45724602" cy="36605257"/>
            </a:xfrm>
            <a:custGeom>
              <a:avLst/>
              <a:gdLst/>
              <a:ahLst/>
              <a:cxnLst/>
              <a:rect r="r" b="b" t="t" l="l"/>
              <a:pathLst>
                <a:path h="36605257" w="145724602">
                  <a:moveTo>
                    <a:pt x="0" y="0"/>
                  </a:moveTo>
                  <a:lnTo>
                    <a:pt x="145724602" y="0"/>
                  </a:lnTo>
                  <a:lnTo>
                    <a:pt x="145724602" y="36605257"/>
                  </a:lnTo>
                  <a:lnTo>
                    <a:pt x="0" y="36605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869385" cy="36750036"/>
            </a:xfrm>
            <a:custGeom>
              <a:avLst/>
              <a:gdLst/>
              <a:ahLst/>
              <a:cxnLst/>
              <a:rect r="r" b="b" t="t" l="l"/>
              <a:pathLst>
                <a:path h="36750036" w="145869385">
                  <a:moveTo>
                    <a:pt x="145724600" y="36605257"/>
                  </a:moveTo>
                  <a:lnTo>
                    <a:pt x="145869385" y="36605257"/>
                  </a:lnTo>
                  <a:lnTo>
                    <a:pt x="145869385" y="36750036"/>
                  </a:lnTo>
                  <a:lnTo>
                    <a:pt x="145724600" y="36750036"/>
                  </a:lnTo>
                  <a:lnTo>
                    <a:pt x="145724600" y="3660525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6605257"/>
                  </a:lnTo>
                  <a:lnTo>
                    <a:pt x="0" y="36605257"/>
                  </a:lnTo>
                  <a:lnTo>
                    <a:pt x="0" y="144780"/>
                  </a:lnTo>
                  <a:close/>
                  <a:moveTo>
                    <a:pt x="0" y="36605257"/>
                  </a:moveTo>
                  <a:lnTo>
                    <a:pt x="144780" y="36605257"/>
                  </a:lnTo>
                  <a:lnTo>
                    <a:pt x="144780" y="36750036"/>
                  </a:lnTo>
                  <a:lnTo>
                    <a:pt x="0" y="36750036"/>
                  </a:lnTo>
                  <a:lnTo>
                    <a:pt x="0" y="36605257"/>
                  </a:lnTo>
                  <a:close/>
                  <a:moveTo>
                    <a:pt x="145724600" y="144780"/>
                  </a:moveTo>
                  <a:lnTo>
                    <a:pt x="145869385" y="144780"/>
                  </a:lnTo>
                  <a:lnTo>
                    <a:pt x="145869385" y="36605257"/>
                  </a:lnTo>
                  <a:lnTo>
                    <a:pt x="145724600" y="36605257"/>
                  </a:lnTo>
                  <a:lnTo>
                    <a:pt x="145724600" y="144780"/>
                  </a:lnTo>
                  <a:close/>
                  <a:moveTo>
                    <a:pt x="144780" y="36605257"/>
                  </a:moveTo>
                  <a:lnTo>
                    <a:pt x="145724600" y="36605257"/>
                  </a:lnTo>
                  <a:lnTo>
                    <a:pt x="145724600" y="36750036"/>
                  </a:lnTo>
                  <a:lnTo>
                    <a:pt x="144780" y="36750036"/>
                  </a:lnTo>
                  <a:lnTo>
                    <a:pt x="144780" y="36605257"/>
                  </a:lnTo>
                  <a:close/>
                  <a:moveTo>
                    <a:pt x="145724600" y="0"/>
                  </a:moveTo>
                  <a:lnTo>
                    <a:pt x="145869385" y="0"/>
                  </a:lnTo>
                  <a:lnTo>
                    <a:pt x="145869385" y="144780"/>
                  </a:lnTo>
                  <a:lnTo>
                    <a:pt x="145724600" y="144780"/>
                  </a:lnTo>
                  <a:lnTo>
                    <a:pt x="1457246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5724600" y="0"/>
                  </a:lnTo>
                  <a:lnTo>
                    <a:pt x="1457246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18915" y="5723841"/>
            <a:ext cx="16192204" cy="4096052"/>
            <a:chOff x="0" y="0"/>
            <a:chExt cx="145869385" cy="368997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145724602" cy="36754993"/>
            </a:xfrm>
            <a:custGeom>
              <a:avLst/>
              <a:gdLst/>
              <a:ahLst/>
              <a:cxnLst/>
              <a:rect r="r" b="b" t="t" l="l"/>
              <a:pathLst>
                <a:path h="36754993" w="145724602">
                  <a:moveTo>
                    <a:pt x="0" y="0"/>
                  </a:moveTo>
                  <a:lnTo>
                    <a:pt x="145724602" y="0"/>
                  </a:lnTo>
                  <a:lnTo>
                    <a:pt x="145724602" y="36754993"/>
                  </a:lnTo>
                  <a:lnTo>
                    <a:pt x="0" y="36754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869385" cy="36899772"/>
            </a:xfrm>
            <a:custGeom>
              <a:avLst/>
              <a:gdLst/>
              <a:ahLst/>
              <a:cxnLst/>
              <a:rect r="r" b="b" t="t" l="l"/>
              <a:pathLst>
                <a:path h="36899772" w="145869385">
                  <a:moveTo>
                    <a:pt x="145724600" y="36754994"/>
                  </a:moveTo>
                  <a:lnTo>
                    <a:pt x="145869385" y="36754994"/>
                  </a:lnTo>
                  <a:lnTo>
                    <a:pt x="145869385" y="36899772"/>
                  </a:lnTo>
                  <a:lnTo>
                    <a:pt x="145724600" y="36899772"/>
                  </a:lnTo>
                  <a:lnTo>
                    <a:pt x="145724600" y="3675499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6754994"/>
                  </a:lnTo>
                  <a:lnTo>
                    <a:pt x="0" y="36754994"/>
                  </a:lnTo>
                  <a:lnTo>
                    <a:pt x="0" y="144780"/>
                  </a:lnTo>
                  <a:close/>
                  <a:moveTo>
                    <a:pt x="0" y="36754994"/>
                  </a:moveTo>
                  <a:lnTo>
                    <a:pt x="144780" y="36754994"/>
                  </a:lnTo>
                  <a:lnTo>
                    <a:pt x="144780" y="36899772"/>
                  </a:lnTo>
                  <a:lnTo>
                    <a:pt x="0" y="36899772"/>
                  </a:lnTo>
                  <a:lnTo>
                    <a:pt x="0" y="36754994"/>
                  </a:lnTo>
                  <a:close/>
                  <a:moveTo>
                    <a:pt x="145724600" y="144780"/>
                  </a:moveTo>
                  <a:lnTo>
                    <a:pt x="145869385" y="144780"/>
                  </a:lnTo>
                  <a:lnTo>
                    <a:pt x="145869385" y="36754994"/>
                  </a:lnTo>
                  <a:lnTo>
                    <a:pt x="145724600" y="36754994"/>
                  </a:lnTo>
                  <a:lnTo>
                    <a:pt x="145724600" y="144780"/>
                  </a:lnTo>
                  <a:close/>
                  <a:moveTo>
                    <a:pt x="144780" y="36754994"/>
                  </a:moveTo>
                  <a:lnTo>
                    <a:pt x="145724600" y="36754994"/>
                  </a:lnTo>
                  <a:lnTo>
                    <a:pt x="145724600" y="36899772"/>
                  </a:lnTo>
                  <a:lnTo>
                    <a:pt x="144780" y="36899772"/>
                  </a:lnTo>
                  <a:lnTo>
                    <a:pt x="144780" y="36754994"/>
                  </a:lnTo>
                  <a:close/>
                  <a:moveTo>
                    <a:pt x="145724600" y="0"/>
                  </a:moveTo>
                  <a:lnTo>
                    <a:pt x="145869385" y="0"/>
                  </a:lnTo>
                  <a:lnTo>
                    <a:pt x="145869385" y="144780"/>
                  </a:lnTo>
                  <a:lnTo>
                    <a:pt x="145724600" y="144780"/>
                  </a:lnTo>
                  <a:lnTo>
                    <a:pt x="1457246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5724600" y="0"/>
                  </a:lnTo>
                  <a:lnTo>
                    <a:pt x="1457246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93852" y="1826252"/>
            <a:ext cx="11090511" cy="1610381"/>
            <a:chOff x="0" y="0"/>
            <a:chExt cx="14787349" cy="214717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07315"/>
              <a:ext cx="14787349" cy="1216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52"/>
                </a:lnSpc>
              </a:pPr>
              <a:r>
                <a:rPr lang="en-US" sz="5424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Storyboard Creation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283787"/>
              <a:ext cx="14787349" cy="858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0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Create a short script on whatever topic you have in mind. Make sure to include an audience analysis explaining who your project’s intended audience is and why.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73685" y="6253982"/>
            <a:ext cx="11090511" cy="1610381"/>
            <a:chOff x="0" y="0"/>
            <a:chExt cx="14787349" cy="214717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07315"/>
              <a:ext cx="14787349" cy="1216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52"/>
                </a:lnSpc>
              </a:pPr>
              <a:r>
                <a:rPr lang="en-US" sz="5424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Storyboard Creation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283787"/>
              <a:ext cx="14787349" cy="858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0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Create a short script on whatever topic you have in mind. Make sure to include an audience analysis explaining who your project’s intended audience is and why.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230610"/>
            <a:ext cx="16390266" cy="3807307"/>
            <a:chOff x="0" y="0"/>
            <a:chExt cx="74353681" cy="172716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74208899" cy="17126890"/>
            </a:xfrm>
            <a:custGeom>
              <a:avLst/>
              <a:gdLst/>
              <a:ahLst/>
              <a:cxnLst/>
              <a:rect r="r" b="b" t="t" l="l"/>
              <a:pathLst>
                <a:path h="17126890" w="74208899">
                  <a:moveTo>
                    <a:pt x="0" y="0"/>
                  </a:moveTo>
                  <a:lnTo>
                    <a:pt x="74208899" y="0"/>
                  </a:lnTo>
                  <a:lnTo>
                    <a:pt x="74208899" y="17126890"/>
                  </a:lnTo>
                  <a:lnTo>
                    <a:pt x="0" y="17126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353682" cy="17271670"/>
            </a:xfrm>
            <a:custGeom>
              <a:avLst/>
              <a:gdLst/>
              <a:ahLst/>
              <a:cxnLst/>
              <a:rect r="r" b="b" t="t" l="l"/>
              <a:pathLst>
                <a:path h="17271670" w="74353682">
                  <a:moveTo>
                    <a:pt x="74208903" y="17126889"/>
                  </a:moveTo>
                  <a:lnTo>
                    <a:pt x="74353682" y="17126889"/>
                  </a:lnTo>
                  <a:lnTo>
                    <a:pt x="74353682" y="17271670"/>
                  </a:lnTo>
                  <a:lnTo>
                    <a:pt x="74208903" y="17271670"/>
                  </a:lnTo>
                  <a:lnTo>
                    <a:pt x="74208903" y="1712688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126889"/>
                  </a:lnTo>
                  <a:lnTo>
                    <a:pt x="0" y="17126889"/>
                  </a:lnTo>
                  <a:lnTo>
                    <a:pt x="0" y="144780"/>
                  </a:lnTo>
                  <a:close/>
                  <a:moveTo>
                    <a:pt x="0" y="17126889"/>
                  </a:moveTo>
                  <a:lnTo>
                    <a:pt x="144780" y="17126889"/>
                  </a:lnTo>
                  <a:lnTo>
                    <a:pt x="144780" y="17271670"/>
                  </a:lnTo>
                  <a:lnTo>
                    <a:pt x="0" y="17271670"/>
                  </a:lnTo>
                  <a:lnTo>
                    <a:pt x="0" y="17126889"/>
                  </a:lnTo>
                  <a:close/>
                  <a:moveTo>
                    <a:pt x="74208903" y="144780"/>
                  </a:moveTo>
                  <a:lnTo>
                    <a:pt x="74353682" y="144780"/>
                  </a:lnTo>
                  <a:lnTo>
                    <a:pt x="74353682" y="17126889"/>
                  </a:lnTo>
                  <a:lnTo>
                    <a:pt x="74208903" y="17126889"/>
                  </a:lnTo>
                  <a:lnTo>
                    <a:pt x="74208903" y="144780"/>
                  </a:lnTo>
                  <a:close/>
                  <a:moveTo>
                    <a:pt x="144780" y="17126889"/>
                  </a:moveTo>
                  <a:lnTo>
                    <a:pt x="74208903" y="17126889"/>
                  </a:lnTo>
                  <a:lnTo>
                    <a:pt x="74208903" y="17271670"/>
                  </a:lnTo>
                  <a:lnTo>
                    <a:pt x="144780" y="17271670"/>
                  </a:lnTo>
                  <a:lnTo>
                    <a:pt x="144780" y="17126889"/>
                  </a:lnTo>
                  <a:close/>
                  <a:moveTo>
                    <a:pt x="74208903" y="0"/>
                  </a:moveTo>
                  <a:lnTo>
                    <a:pt x="74353682" y="0"/>
                  </a:lnTo>
                  <a:lnTo>
                    <a:pt x="74353682" y="144780"/>
                  </a:lnTo>
                  <a:lnTo>
                    <a:pt x="74208903" y="144780"/>
                  </a:lnTo>
                  <a:lnTo>
                    <a:pt x="742089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4208903" y="0"/>
                  </a:lnTo>
                  <a:lnTo>
                    <a:pt x="742089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2623" y="5723841"/>
            <a:ext cx="16390266" cy="3915694"/>
            <a:chOff x="0" y="0"/>
            <a:chExt cx="74353681" cy="177633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2390" y="72390"/>
              <a:ext cx="74208899" cy="17618586"/>
            </a:xfrm>
            <a:custGeom>
              <a:avLst/>
              <a:gdLst/>
              <a:ahLst/>
              <a:cxnLst/>
              <a:rect r="r" b="b" t="t" l="l"/>
              <a:pathLst>
                <a:path h="17618586" w="74208899">
                  <a:moveTo>
                    <a:pt x="0" y="0"/>
                  </a:moveTo>
                  <a:lnTo>
                    <a:pt x="74208899" y="0"/>
                  </a:lnTo>
                  <a:lnTo>
                    <a:pt x="74208899" y="17618586"/>
                  </a:lnTo>
                  <a:lnTo>
                    <a:pt x="0" y="176185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53682" cy="17763365"/>
            </a:xfrm>
            <a:custGeom>
              <a:avLst/>
              <a:gdLst/>
              <a:ahLst/>
              <a:cxnLst/>
              <a:rect r="r" b="b" t="t" l="l"/>
              <a:pathLst>
                <a:path h="17763365" w="74353682">
                  <a:moveTo>
                    <a:pt x="74208903" y="17618585"/>
                  </a:moveTo>
                  <a:lnTo>
                    <a:pt x="74353682" y="17618585"/>
                  </a:lnTo>
                  <a:lnTo>
                    <a:pt x="74353682" y="17763365"/>
                  </a:lnTo>
                  <a:lnTo>
                    <a:pt x="74208903" y="17763365"/>
                  </a:lnTo>
                  <a:lnTo>
                    <a:pt x="74208903" y="1761858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618585"/>
                  </a:lnTo>
                  <a:lnTo>
                    <a:pt x="0" y="17618585"/>
                  </a:lnTo>
                  <a:lnTo>
                    <a:pt x="0" y="144780"/>
                  </a:lnTo>
                  <a:close/>
                  <a:moveTo>
                    <a:pt x="0" y="17618585"/>
                  </a:moveTo>
                  <a:lnTo>
                    <a:pt x="144780" y="17618585"/>
                  </a:lnTo>
                  <a:lnTo>
                    <a:pt x="144780" y="17763365"/>
                  </a:lnTo>
                  <a:lnTo>
                    <a:pt x="0" y="17763365"/>
                  </a:lnTo>
                  <a:lnTo>
                    <a:pt x="0" y="17618585"/>
                  </a:lnTo>
                  <a:close/>
                  <a:moveTo>
                    <a:pt x="74208903" y="144780"/>
                  </a:moveTo>
                  <a:lnTo>
                    <a:pt x="74353682" y="144780"/>
                  </a:lnTo>
                  <a:lnTo>
                    <a:pt x="74353682" y="17618585"/>
                  </a:lnTo>
                  <a:lnTo>
                    <a:pt x="74208903" y="17618585"/>
                  </a:lnTo>
                  <a:lnTo>
                    <a:pt x="74208903" y="144780"/>
                  </a:lnTo>
                  <a:close/>
                  <a:moveTo>
                    <a:pt x="144780" y="17618585"/>
                  </a:moveTo>
                  <a:lnTo>
                    <a:pt x="74208903" y="17618585"/>
                  </a:lnTo>
                  <a:lnTo>
                    <a:pt x="74208903" y="17763365"/>
                  </a:lnTo>
                  <a:lnTo>
                    <a:pt x="144780" y="17763365"/>
                  </a:lnTo>
                  <a:lnTo>
                    <a:pt x="144780" y="17618585"/>
                  </a:lnTo>
                  <a:close/>
                  <a:moveTo>
                    <a:pt x="74208903" y="0"/>
                  </a:moveTo>
                  <a:lnTo>
                    <a:pt x="74353682" y="0"/>
                  </a:lnTo>
                  <a:lnTo>
                    <a:pt x="74353682" y="144780"/>
                  </a:lnTo>
                  <a:lnTo>
                    <a:pt x="74208903" y="144780"/>
                  </a:lnTo>
                  <a:lnTo>
                    <a:pt x="742089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4208903" y="0"/>
                  </a:lnTo>
                  <a:lnTo>
                    <a:pt x="742089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230610"/>
            <a:ext cx="16390266" cy="499116"/>
            <a:chOff x="0" y="0"/>
            <a:chExt cx="21853688" cy="66548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1853688" cy="665488"/>
              <a:chOff x="0" y="0"/>
              <a:chExt cx="74353681" cy="226421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72390" y="72390"/>
                <a:ext cx="742088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74208899">
                    <a:moveTo>
                      <a:pt x="0" y="0"/>
                    </a:moveTo>
                    <a:lnTo>
                      <a:pt x="74208899" y="0"/>
                    </a:lnTo>
                    <a:lnTo>
                      <a:pt x="742088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4353682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74353682">
                    <a:moveTo>
                      <a:pt x="74208903" y="2119436"/>
                    </a:moveTo>
                    <a:lnTo>
                      <a:pt x="74353682" y="2119436"/>
                    </a:lnTo>
                    <a:lnTo>
                      <a:pt x="74353682" y="2264215"/>
                    </a:lnTo>
                    <a:lnTo>
                      <a:pt x="74208903" y="2264215"/>
                    </a:lnTo>
                    <a:lnTo>
                      <a:pt x="74208903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74208903" y="144780"/>
                    </a:moveTo>
                    <a:lnTo>
                      <a:pt x="74353682" y="144780"/>
                    </a:lnTo>
                    <a:lnTo>
                      <a:pt x="74353682" y="2119436"/>
                    </a:lnTo>
                    <a:lnTo>
                      <a:pt x="74208903" y="2119436"/>
                    </a:lnTo>
                    <a:lnTo>
                      <a:pt x="74208903" y="144780"/>
                    </a:lnTo>
                    <a:close/>
                    <a:moveTo>
                      <a:pt x="144780" y="2119436"/>
                    </a:moveTo>
                    <a:lnTo>
                      <a:pt x="74208903" y="2119436"/>
                    </a:lnTo>
                    <a:lnTo>
                      <a:pt x="74208903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74208903" y="0"/>
                    </a:moveTo>
                    <a:lnTo>
                      <a:pt x="74353682" y="0"/>
                    </a:lnTo>
                    <a:lnTo>
                      <a:pt x="74353682" y="144780"/>
                    </a:lnTo>
                    <a:lnTo>
                      <a:pt x="74208903" y="144780"/>
                    </a:lnTo>
                    <a:lnTo>
                      <a:pt x="74208903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74208903" y="0"/>
                    </a:lnTo>
                    <a:lnTo>
                      <a:pt x="74208903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20845319" y="201014"/>
              <a:ext cx="259969" cy="246863"/>
              <a:chOff x="0" y="0"/>
              <a:chExt cx="553256" cy="52536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28" id="28"/>
            <p:cNvSpPr/>
            <p:nvPr/>
          </p:nvSpPr>
          <p:spPr>
            <a:xfrm>
              <a:off x="20362157" y="428827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2563448">
              <a:off x="21305392" y="177028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2" y="0"/>
                  </a:lnTo>
                  <a:lnTo>
                    <a:pt x="311432" y="311432"/>
                  </a:lnTo>
                  <a:lnTo>
                    <a:pt x="0" y="31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23" y="5342841"/>
            <a:ext cx="16390266" cy="499116"/>
            <a:chOff x="0" y="0"/>
            <a:chExt cx="21853688" cy="66548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1853688" cy="665488"/>
              <a:chOff x="0" y="0"/>
              <a:chExt cx="74353681" cy="226421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72390" y="72390"/>
                <a:ext cx="74208899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74208899">
                    <a:moveTo>
                      <a:pt x="0" y="0"/>
                    </a:moveTo>
                    <a:lnTo>
                      <a:pt x="74208899" y="0"/>
                    </a:lnTo>
                    <a:lnTo>
                      <a:pt x="74208899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4353682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74353682">
                    <a:moveTo>
                      <a:pt x="74208903" y="2119436"/>
                    </a:moveTo>
                    <a:lnTo>
                      <a:pt x="74353682" y="2119436"/>
                    </a:lnTo>
                    <a:lnTo>
                      <a:pt x="74353682" y="2264215"/>
                    </a:lnTo>
                    <a:lnTo>
                      <a:pt x="74208903" y="2264215"/>
                    </a:lnTo>
                    <a:lnTo>
                      <a:pt x="74208903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74208903" y="144780"/>
                    </a:moveTo>
                    <a:lnTo>
                      <a:pt x="74353682" y="144780"/>
                    </a:lnTo>
                    <a:lnTo>
                      <a:pt x="74353682" y="2119436"/>
                    </a:lnTo>
                    <a:lnTo>
                      <a:pt x="74208903" y="2119436"/>
                    </a:lnTo>
                    <a:lnTo>
                      <a:pt x="74208903" y="144780"/>
                    </a:lnTo>
                    <a:close/>
                    <a:moveTo>
                      <a:pt x="144780" y="2119436"/>
                    </a:moveTo>
                    <a:lnTo>
                      <a:pt x="74208903" y="2119436"/>
                    </a:lnTo>
                    <a:lnTo>
                      <a:pt x="74208903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74208903" y="0"/>
                    </a:moveTo>
                    <a:lnTo>
                      <a:pt x="74353682" y="0"/>
                    </a:lnTo>
                    <a:lnTo>
                      <a:pt x="74353682" y="144780"/>
                    </a:lnTo>
                    <a:lnTo>
                      <a:pt x="74208903" y="144780"/>
                    </a:lnTo>
                    <a:lnTo>
                      <a:pt x="74208903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74208903" y="0"/>
                    </a:lnTo>
                    <a:lnTo>
                      <a:pt x="74208903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20846988" y="201014"/>
              <a:ext cx="259969" cy="246863"/>
              <a:chOff x="0" y="0"/>
              <a:chExt cx="553256" cy="52536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36" id="36"/>
            <p:cNvSpPr/>
            <p:nvPr/>
          </p:nvSpPr>
          <p:spPr>
            <a:xfrm>
              <a:off x="20363825" y="428827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7" id="37"/>
            <p:cNvSpPr/>
            <p:nvPr/>
          </p:nvSpPr>
          <p:spPr>
            <a:xfrm flipH="false" flipV="false" rot="2563448">
              <a:off x="21307060" y="177028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3" y="0"/>
                  </a:lnTo>
                  <a:lnTo>
                    <a:pt x="311433" y="311432"/>
                  </a:lnTo>
                  <a:lnTo>
                    <a:pt x="0" y="31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5556545" y="1438953"/>
            <a:ext cx="7916944" cy="2384979"/>
          </a:xfrm>
          <a:custGeom>
            <a:avLst/>
            <a:gdLst/>
            <a:ahLst/>
            <a:cxnLst/>
            <a:rect r="r" b="b" t="t" l="l"/>
            <a:pathLst>
              <a:path h="2384979" w="7916944">
                <a:moveTo>
                  <a:pt x="0" y="0"/>
                </a:moveTo>
                <a:lnTo>
                  <a:pt x="7916944" y="0"/>
                </a:lnTo>
                <a:lnTo>
                  <a:pt x="7916944" y="2384980"/>
                </a:lnTo>
                <a:lnTo>
                  <a:pt x="0" y="2384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471423" y="6464146"/>
            <a:ext cx="5735369" cy="2968053"/>
          </a:xfrm>
          <a:custGeom>
            <a:avLst/>
            <a:gdLst/>
            <a:ahLst/>
            <a:cxnLst/>
            <a:rect r="r" b="b" t="t" l="l"/>
            <a:pathLst>
              <a:path h="2968053" w="5735369">
                <a:moveTo>
                  <a:pt x="0" y="0"/>
                </a:moveTo>
                <a:lnTo>
                  <a:pt x="5735369" y="0"/>
                </a:lnTo>
                <a:lnTo>
                  <a:pt x="5735369" y="2968053"/>
                </a:lnTo>
                <a:lnTo>
                  <a:pt x="0" y="2968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797662" y="644000"/>
            <a:ext cx="15082890" cy="61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3488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Aplicación del Algoritmo de Dijkstra: GOOGLE MAPS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7683" y="5889582"/>
            <a:ext cx="17852299" cy="46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</a:pPr>
            <a:r>
              <a:rPr lang="en-US" sz="2758" b="true">
                <a:solidFill>
                  <a:srgbClr val="3E397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Aplicación de Grafos Bipartidos: SISTEMA DE RECOMENDACIONES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15722" y="4114116"/>
            <a:ext cx="1481622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true">
                <a:solidFill>
                  <a:srgbClr val="FFFFF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Aplicación practica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14989" y="1362447"/>
            <a:ext cx="13666971" cy="8143690"/>
            <a:chOff x="0" y="0"/>
            <a:chExt cx="123120529" cy="733633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22975752" cy="73218615"/>
            </a:xfrm>
            <a:custGeom>
              <a:avLst/>
              <a:gdLst/>
              <a:ahLst/>
              <a:cxnLst/>
              <a:rect r="r" b="b" t="t" l="l"/>
              <a:pathLst>
                <a:path h="73218615" w="122975752">
                  <a:moveTo>
                    <a:pt x="0" y="0"/>
                  </a:moveTo>
                  <a:lnTo>
                    <a:pt x="122975752" y="0"/>
                  </a:lnTo>
                  <a:lnTo>
                    <a:pt x="122975752" y="73218615"/>
                  </a:lnTo>
                  <a:lnTo>
                    <a:pt x="0" y="7321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20534" cy="73363398"/>
            </a:xfrm>
            <a:custGeom>
              <a:avLst/>
              <a:gdLst/>
              <a:ahLst/>
              <a:cxnLst/>
              <a:rect r="r" b="b" t="t" l="l"/>
              <a:pathLst>
                <a:path h="73363398" w="123120534">
                  <a:moveTo>
                    <a:pt x="122975750" y="73218613"/>
                  </a:moveTo>
                  <a:lnTo>
                    <a:pt x="123120534" y="73218613"/>
                  </a:lnTo>
                  <a:lnTo>
                    <a:pt x="123120534" y="73363398"/>
                  </a:lnTo>
                  <a:lnTo>
                    <a:pt x="122975750" y="73363398"/>
                  </a:lnTo>
                  <a:lnTo>
                    <a:pt x="122975750" y="7321861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218613"/>
                  </a:lnTo>
                  <a:lnTo>
                    <a:pt x="0" y="73218613"/>
                  </a:lnTo>
                  <a:lnTo>
                    <a:pt x="0" y="144780"/>
                  </a:lnTo>
                  <a:close/>
                  <a:moveTo>
                    <a:pt x="0" y="73218613"/>
                  </a:moveTo>
                  <a:lnTo>
                    <a:pt x="144780" y="73218613"/>
                  </a:lnTo>
                  <a:lnTo>
                    <a:pt x="144780" y="73363398"/>
                  </a:lnTo>
                  <a:lnTo>
                    <a:pt x="0" y="73363398"/>
                  </a:lnTo>
                  <a:lnTo>
                    <a:pt x="0" y="73218613"/>
                  </a:lnTo>
                  <a:close/>
                  <a:moveTo>
                    <a:pt x="122975750" y="144780"/>
                  </a:moveTo>
                  <a:lnTo>
                    <a:pt x="123120534" y="144780"/>
                  </a:lnTo>
                  <a:lnTo>
                    <a:pt x="123120534" y="73218613"/>
                  </a:lnTo>
                  <a:lnTo>
                    <a:pt x="122975750" y="73218613"/>
                  </a:lnTo>
                  <a:lnTo>
                    <a:pt x="122975750" y="144780"/>
                  </a:lnTo>
                  <a:close/>
                  <a:moveTo>
                    <a:pt x="144780" y="73218613"/>
                  </a:moveTo>
                  <a:lnTo>
                    <a:pt x="122975750" y="73218613"/>
                  </a:lnTo>
                  <a:lnTo>
                    <a:pt x="122975750" y="73363398"/>
                  </a:lnTo>
                  <a:lnTo>
                    <a:pt x="144780" y="73363398"/>
                  </a:lnTo>
                  <a:lnTo>
                    <a:pt x="144780" y="73218613"/>
                  </a:lnTo>
                  <a:close/>
                  <a:moveTo>
                    <a:pt x="122975750" y="0"/>
                  </a:moveTo>
                  <a:lnTo>
                    <a:pt x="123120534" y="0"/>
                  </a:lnTo>
                  <a:lnTo>
                    <a:pt x="123120534" y="144780"/>
                  </a:lnTo>
                  <a:lnTo>
                    <a:pt x="122975750" y="144780"/>
                  </a:lnTo>
                  <a:lnTo>
                    <a:pt x="12297575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2975750" y="0"/>
                  </a:lnTo>
                  <a:lnTo>
                    <a:pt x="12297575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24774" y="1425022"/>
            <a:ext cx="13838452" cy="7867492"/>
            <a:chOff x="0" y="0"/>
            <a:chExt cx="62777495" cy="35690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390" y="72390"/>
              <a:ext cx="62632713" cy="35545737"/>
            </a:xfrm>
            <a:custGeom>
              <a:avLst/>
              <a:gdLst/>
              <a:ahLst/>
              <a:cxnLst/>
              <a:rect r="r" b="b" t="t" l="l"/>
              <a:pathLst>
                <a:path h="35545737" w="62632713">
                  <a:moveTo>
                    <a:pt x="0" y="0"/>
                  </a:moveTo>
                  <a:lnTo>
                    <a:pt x="62632713" y="0"/>
                  </a:lnTo>
                  <a:lnTo>
                    <a:pt x="62632713" y="35545737"/>
                  </a:lnTo>
                  <a:lnTo>
                    <a:pt x="0" y="35545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777495" cy="35690516"/>
            </a:xfrm>
            <a:custGeom>
              <a:avLst/>
              <a:gdLst/>
              <a:ahLst/>
              <a:cxnLst/>
              <a:rect r="r" b="b" t="t" l="l"/>
              <a:pathLst>
                <a:path h="35690516" w="62777495">
                  <a:moveTo>
                    <a:pt x="62632717" y="35545734"/>
                  </a:moveTo>
                  <a:lnTo>
                    <a:pt x="62777495" y="35545734"/>
                  </a:lnTo>
                  <a:lnTo>
                    <a:pt x="62777495" y="35690516"/>
                  </a:lnTo>
                  <a:lnTo>
                    <a:pt x="62632717" y="35690516"/>
                  </a:lnTo>
                  <a:lnTo>
                    <a:pt x="62632717" y="355457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45734"/>
                  </a:lnTo>
                  <a:lnTo>
                    <a:pt x="0" y="35545734"/>
                  </a:lnTo>
                  <a:lnTo>
                    <a:pt x="0" y="144780"/>
                  </a:lnTo>
                  <a:close/>
                  <a:moveTo>
                    <a:pt x="0" y="35545734"/>
                  </a:moveTo>
                  <a:lnTo>
                    <a:pt x="144780" y="35545734"/>
                  </a:lnTo>
                  <a:lnTo>
                    <a:pt x="144780" y="35690516"/>
                  </a:lnTo>
                  <a:lnTo>
                    <a:pt x="0" y="35690516"/>
                  </a:lnTo>
                  <a:lnTo>
                    <a:pt x="0" y="35545734"/>
                  </a:lnTo>
                  <a:close/>
                  <a:moveTo>
                    <a:pt x="62632717" y="144780"/>
                  </a:moveTo>
                  <a:lnTo>
                    <a:pt x="62777495" y="144780"/>
                  </a:lnTo>
                  <a:lnTo>
                    <a:pt x="62777495" y="35545734"/>
                  </a:lnTo>
                  <a:lnTo>
                    <a:pt x="62632717" y="35545734"/>
                  </a:lnTo>
                  <a:lnTo>
                    <a:pt x="62632717" y="144780"/>
                  </a:lnTo>
                  <a:close/>
                  <a:moveTo>
                    <a:pt x="144780" y="35545734"/>
                  </a:moveTo>
                  <a:lnTo>
                    <a:pt x="62632717" y="35545734"/>
                  </a:lnTo>
                  <a:lnTo>
                    <a:pt x="62632717" y="35690516"/>
                  </a:lnTo>
                  <a:lnTo>
                    <a:pt x="144780" y="35690516"/>
                  </a:lnTo>
                  <a:lnTo>
                    <a:pt x="144780" y="35545734"/>
                  </a:lnTo>
                  <a:close/>
                  <a:moveTo>
                    <a:pt x="62632717" y="0"/>
                  </a:moveTo>
                  <a:lnTo>
                    <a:pt x="62777495" y="0"/>
                  </a:lnTo>
                  <a:lnTo>
                    <a:pt x="62777495" y="144780"/>
                  </a:lnTo>
                  <a:lnTo>
                    <a:pt x="62632717" y="144780"/>
                  </a:lnTo>
                  <a:lnTo>
                    <a:pt x="626327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2632717" y="0"/>
                  </a:lnTo>
                  <a:lnTo>
                    <a:pt x="626327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24774" y="994486"/>
            <a:ext cx="13838452" cy="499116"/>
            <a:chOff x="0" y="0"/>
            <a:chExt cx="18451269" cy="66548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8451269" cy="665488"/>
              <a:chOff x="0" y="0"/>
              <a:chExt cx="62777495" cy="22642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72390" y="72390"/>
                <a:ext cx="62632713" cy="2119436"/>
              </a:xfrm>
              <a:custGeom>
                <a:avLst/>
                <a:gdLst/>
                <a:ahLst/>
                <a:cxnLst/>
                <a:rect r="r" b="b" t="t" l="l"/>
                <a:pathLst>
                  <a:path h="2119436" w="62632713">
                    <a:moveTo>
                      <a:pt x="0" y="0"/>
                    </a:moveTo>
                    <a:lnTo>
                      <a:pt x="62632713" y="0"/>
                    </a:lnTo>
                    <a:lnTo>
                      <a:pt x="62632713" y="2119436"/>
                    </a:lnTo>
                    <a:lnTo>
                      <a:pt x="0" y="21194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880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2777495" cy="2264215"/>
              </a:xfrm>
              <a:custGeom>
                <a:avLst/>
                <a:gdLst/>
                <a:ahLst/>
                <a:cxnLst/>
                <a:rect r="r" b="b" t="t" l="l"/>
                <a:pathLst>
                  <a:path h="2264215" w="62777495">
                    <a:moveTo>
                      <a:pt x="62632717" y="2119436"/>
                    </a:moveTo>
                    <a:lnTo>
                      <a:pt x="62777495" y="2119436"/>
                    </a:lnTo>
                    <a:lnTo>
                      <a:pt x="62777495" y="2264215"/>
                    </a:lnTo>
                    <a:lnTo>
                      <a:pt x="62632717" y="2264215"/>
                    </a:lnTo>
                    <a:lnTo>
                      <a:pt x="62632717" y="21194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2119436"/>
                    </a:lnTo>
                    <a:lnTo>
                      <a:pt x="0" y="2119436"/>
                    </a:lnTo>
                    <a:lnTo>
                      <a:pt x="0" y="144780"/>
                    </a:lnTo>
                    <a:close/>
                    <a:moveTo>
                      <a:pt x="0" y="2119436"/>
                    </a:moveTo>
                    <a:lnTo>
                      <a:pt x="144780" y="2119436"/>
                    </a:lnTo>
                    <a:lnTo>
                      <a:pt x="144780" y="2264215"/>
                    </a:lnTo>
                    <a:lnTo>
                      <a:pt x="0" y="2264215"/>
                    </a:lnTo>
                    <a:lnTo>
                      <a:pt x="0" y="2119436"/>
                    </a:lnTo>
                    <a:close/>
                    <a:moveTo>
                      <a:pt x="62632717" y="144780"/>
                    </a:moveTo>
                    <a:lnTo>
                      <a:pt x="62777495" y="144780"/>
                    </a:lnTo>
                    <a:lnTo>
                      <a:pt x="62777495" y="2119436"/>
                    </a:lnTo>
                    <a:lnTo>
                      <a:pt x="62632717" y="2119436"/>
                    </a:lnTo>
                    <a:lnTo>
                      <a:pt x="62632717" y="144780"/>
                    </a:lnTo>
                    <a:close/>
                    <a:moveTo>
                      <a:pt x="144780" y="2119436"/>
                    </a:moveTo>
                    <a:lnTo>
                      <a:pt x="62632717" y="2119436"/>
                    </a:lnTo>
                    <a:lnTo>
                      <a:pt x="62632717" y="2264215"/>
                    </a:lnTo>
                    <a:lnTo>
                      <a:pt x="144780" y="2264215"/>
                    </a:lnTo>
                    <a:lnTo>
                      <a:pt x="144780" y="2119436"/>
                    </a:lnTo>
                    <a:close/>
                    <a:moveTo>
                      <a:pt x="62632717" y="0"/>
                    </a:moveTo>
                    <a:lnTo>
                      <a:pt x="62777495" y="0"/>
                    </a:lnTo>
                    <a:lnTo>
                      <a:pt x="62777495" y="144780"/>
                    </a:lnTo>
                    <a:lnTo>
                      <a:pt x="62632717" y="144780"/>
                    </a:lnTo>
                    <a:lnTo>
                      <a:pt x="6263271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62632717" y="0"/>
                    </a:lnTo>
                    <a:lnTo>
                      <a:pt x="6263271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201139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7411514" y="222276"/>
              <a:ext cx="259969" cy="246863"/>
              <a:chOff x="0" y="0"/>
              <a:chExt cx="553256" cy="52536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53256" cy="525365"/>
              </a:xfrm>
              <a:custGeom>
                <a:avLst/>
                <a:gdLst/>
                <a:ahLst/>
                <a:cxnLst/>
                <a:rect r="r" b="b" t="t" l="l"/>
                <a:pathLst>
                  <a:path h="525365" w="553256">
                    <a:moveTo>
                      <a:pt x="0" y="0"/>
                    </a:moveTo>
                    <a:lnTo>
                      <a:pt x="0" y="525365"/>
                    </a:lnTo>
                    <a:lnTo>
                      <a:pt x="553256" y="525365"/>
                    </a:lnTo>
                    <a:lnTo>
                      <a:pt x="553256" y="0"/>
                    </a:lnTo>
                    <a:lnTo>
                      <a:pt x="0" y="0"/>
                    </a:lnTo>
                    <a:close/>
                    <a:moveTo>
                      <a:pt x="492296" y="464405"/>
                    </a:moveTo>
                    <a:lnTo>
                      <a:pt x="59690" y="464405"/>
                    </a:lnTo>
                    <a:lnTo>
                      <a:pt x="59690" y="59690"/>
                    </a:lnTo>
                    <a:lnTo>
                      <a:pt x="492296" y="59690"/>
                    </a:lnTo>
                    <a:lnTo>
                      <a:pt x="492296" y="464405"/>
                    </a:lnTo>
                    <a:close/>
                  </a:path>
                </a:pathLst>
              </a:custGeom>
              <a:solidFill>
                <a:srgbClr val="100F0D"/>
              </a:solidFill>
            </p:spPr>
          </p:sp>
        </p:grpSp>
        <p:sp>
          <p:nvSpPr>
            <p:cNvPr name="AutoShape 16" id="16"/>
            <p:cNvSpPr/>
            <p:nvPr/>
          </p:nvSpPr>
          <p:spPr>
            <a:xfrm>
              <a:off x="16928352" y="450088"/>
              <a:ext cx="244476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2563448">
              <a:off x="17871586" y="198289"/>
              <a:ext cx="311433" cy="311433"/>
            </a:xfrm>
            <a:custGeom>
              <a:avLst/>
              <a:gdLst/>
              <a:ahLst/>
              <a:cxnLst/>
              <a:rect r="r" b="b" t="t" l="l"/>
              <a:pathLst>
                <a:path h="311433" w="311433">
                  <a:moveTo>
                    <a:pt x="0" y="0"/>
                  </a:moveTo>
                  <a:lnTo>
                    <a:pt x="311433" y="0"/>
                  </a:lnTo>
                  <a:lnTo>
                    <a:pt x="311433" y="311433"/>
                  </a:lnTo>
                  <a:lnTo>
                    <a:pt x="0" y="31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512452" y="5053947"/>
            <a:ext cx="4631548" cy="2784791"/>
          </a:xfrm>
          <a:custGeom>
            <a:avLst/>
            <a:gdLst/>
            <a:ahLst/>
            <a:cxnLst/>
            <a:rect r="r" b="b" t="t" l="l"/>
            <a:pathLst>
              <a:path h="2784791" w="4631548">
                <a:moveTo>
                  <a:pt x="0" y="0"/>
                </a:moveTo>
                <a:lnTo>
                  <a:pt x="4631548" y="0"/>
                </a:lnTo>
                <a:lnTo>
                  <a:pt x="4631548" y="2784791"/>
                </a:lnTo>
                <a:lnTo>
                  <a:pt x="0" y="2784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51986" y="4935923"/>
            <a:ext cx="3098297" cy="3020840"/>
          </a:xfrm>
          <a:custGeom>
            <a:avLst/>
            <a:gdLst/>
            <a:ahLst/>
            <a:cxnLst/>
            <a:rect r="r" b="b" t="t" l="l"/>
            <a:pathLst>
              <a:path h="3020840" w="3098297">
                <a:moveTo>
                  <a:pt x="0" y="0"/>
                </a:moveTo>
                <a:lnTo>
                  <a:pt x="3098297" y="0"/>
                </a:lnTo>
                <a:lnTo>
                  <a:pt x="3098297" y="3020839"/>
                </a:lnTo>
                <a:lnTo>
                  <a:pt x="0" y="3020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811395" y="2274036"/>
            <a:ext cx="10665209" cy="2371090"/>
            <a:chOff x="0" y="0"/>
            <a:chExt cx="14220279" cy="316145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133350"/>
              <a:ext cx="14220279" cy="1352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0"/>
                </a:lnSpc>
              </a:pPr>
              <a:r>
                <a:rPr lang="en-US" sz="6000" b="true">
                  <a:solidFill>
                    <a:srgbClr val="3E3970"/>
                  </a:solidFill>
                  <a:latin typeface="Gatwick Ultra-Bold"/>
                  <a:ea typeface="Gatwick Ultra-Bold"/>
                  <a:cs typeface="Gatwick Ultra-Bold"/>
                  <a:sym typeface="Gatwick Ultra-Bold"/>
                </a:rPr>
                <a:t>Conclusión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200150"/>
              <a:ext cx="14220279" cy="1961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0"/>
                </a:lnSpc>
              </a:pP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Amb</a:t>
              </a:r>
              <a:r>
                <a:rPr lang="en-US" sz="2300">
                  <a:solidFill>
                    <a:srgbClr val="3E3970"/>
                  </a:solidFill>
                  <a:latin typeface="DM Sans"/>
                  <a:ea typeface="DM Sans"/>
                  <a:cs typeface="DM Sans"/>
                  <a:sym typeface="DM Sans"/>
                </a:rPr>
                <a:t>os, Dijkstra y los grafos bipartitos, son herramientas esenciales en la resolución de problemas de optimización y modelado de relaciones complejas. Su estudio es fundamental para cualquier estudiante o profesional en informática o matemáticas.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6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6101" cy="7225932"/>
            </a:xfrm>
            <a:custGeom>
              <a:avLst/>
              <a:gdLst/>
              <a:ahLst/>
              <a:cxnLst/>
              <a:rect r="r" b="b" t="t" l="l"/>
              <a:pathLst>
                <a:path h="7225932" w="12846101">
                  <a:moveTo>
                    <a:pt x="12846101" y="79845"/>
                  </a:moveTo>
                  <a:lnTo>
                    <a:pt x="12846101" y="0"/>
                  </a:lnTo>
                  <a:lnTo>
                    <a:pt x="70973" y="0"/>
                  </a:lnTo>
                  <a:lnTo>
                    <a:pt x="70973" y="39922"/>
                  </a:lnTo>
                  <a:lnTo>
                    <a:pt x="0" y="39922"/>
                  </a:lnTo>
                  <a:lnTo>
                    <a:pt x="0" y="7225932"/>
                  </a:lnTo>
                  <a:lnTo>
                    <a:pt x="141946" y="7225932"/>
                  </a:lnTo>
                  <a:lnTo>
                    <a:pt x="141946" y="5828652"/>
                  </a:lnTo>
                  <a:lnTo>
                    <a:pt x="2555026" y="5828652"/>
                  </a:lnTo>
                  <a:lnTo>
                    <a:pt x="2555026" y="7225932"/>
                  </a:lnTo>
                  <a:lnTo>
                    <a:pt x="2696971" y="7225932"/>
                  </a:lnTo>
                  <a:lnTo>
                    <a:pt x="2696971" y="5828652"/>
                  </a:lnTo>
                  <a:lnTo>
                    <a:pt x="5110051" y="5828652"/>
                  </a:lnTo>
                  <a:lnTo>
                    <a:pt x="5110051" y="7225932"/>
                  </a:lnTo>
                  <a:lnTo>
                    <a:pt x="5251997" y="7225932"/>
                  </a:lnTo>
                  <a:lnTo>
                    <a:pt x="5251997" y="5828652"/>
                  </a:lnTo>
                  <a:lnTo>
                    <a:pt x="7665077" y="5828652"/>
                  </a:lnTo>
                  <a:lnTo>
                    <a:pt x="7665077" y="7225932"/>
                  </a:lnTo>
                  <a:lnTo>
                    <a:pt x="7807023" y="7225932"/>
                  </a:lnTo>
                  <a:lnTo>
                    <a:pt x="7807023" y="5828652"/>
                  </a:lnTo>
                  <a:lnTo>
                    <a:pt x="10220103" y="5828652"/>
                  </a:lnTo>
                  <a:lnTo>
                    <a:pt x="10220103" y="7225932"/>
                  </a:lnTo>
                  <a:lnTo>
                    <a:pt x="10362048" y="7225932"/>
                  </a:lnTo>
                  <a:lnTo>
                    <a:pt x="10362048" y="5828652"/>
                  </a:lnTo>
                  <a:lnTo>
                    <a:pt x="12846101" y="5828652"/>
                  </a:lnTo>
                  <a:lnTo>
                    <a:pt x="12846101" y="5748808"/>
                  </a:lnTo>
                  <a:lnTo>
                    <a:pt x="10362048" y="5748808"/>
                  </a:lnTo>
                  <a:lnTo>
                    <a:pt x="10362048" y="4391450"/>
                  </a:lnTo>
                  <a:lnTo>
                    <a:pt x="12846101" y="4391450"/>
                  </a:lnTo>
                  <a:lnTo>
                    <a:pt x="12846101" y="4311606"/>
                  </a:lnTo>
                  <a:lnTo>
                    <a:pt x="10362048" y="4311606"/>
                  </a:lnTo>
                  <a:lnTo>
                    <a:pt x="10362048" y="2954248"/>
                  </a:lnTo>
                  <a:lnTo>
                    <a:pt x="12846101" y="2954248"/>
                  </a:lnTo>
                  <a:lnTo>
                    <a:pt x="12846101" y="2874404"/>
                  </a:lnTo>
                  <a:lnTo>
                    <a:pt x="10362048" y="2874404"/>
                  </a:lnTo>
                  <a:lnTo>
                    <a:pt x="10362048" y="1517046"/>
                  </a:lnTo>
                  <a:lnTo>
                    <a:pt x="12846101" y="1517046"/>
                  </a:lnTo>
                  <a:lnTo>
                    <a:pt x="12846101" y="1437202"/>
                  </a:lnTo>
                  <a:lnTo>
                    <a:pt x="10362048" y="1437202"/>
                  </a:lnTo>
                  <a:lnTo>
                    <a:pt x="10362048" y="79845"/>
                  </a:lnTo>
                  <a:lnTo>
                    <a:pt x="12846101" y="79845"/>
                  </a:lnTo>
                  <a:close/>
                  <a:moveTo>
                    <a:pt x="2696971" y="1437202"/>
                  </a:moveTo>
                  <a:lnTo>
                    <a:pt x="2696971" y="79845"/>
                  </a:lnTo>
                  <a:lnTo>
                    <a:pt x="5110051" y="79845"/>
                  </a:lnTo>
                  <a:lnTo>
                    <a:pt x="5110051" y="1437202"/>
                  </a:lnTo>
                  <a:lnTo>
                    <a:pt x="2696971" y="1437202"/>
                  </a:lnTo>
                  <a:close/>
                  <a:moveTo>
                    <a:pt x="5110051" y="1517046"/>
                  </a:moveTo>
                  <a:lnTo>
                    <a:pt x="5110051" y="2874404"/>
                  </a:lnTo>
                  <a:lnTo>
                    <a:pt x="2696971" y="2874404"/>
                  </a:lnTo>
                  <a:lnTo>
                    <a:pt x="2696971" y="1517046"/>
                  </a:lnTo>
                  <a:lnTo>
                    <a:pt x="5110051" y="1517046"/>
                  </a:lnTo>
                  <a:close/>
                  <a:moveTo>
                    <a:pt x="2555026" y="1437202"/>
                  </a:moveTo>
                  <a:lnTo>
                    <a:pt x="141946" y="1437202"/>
                  </a:lnTo>
                  <a:lnTo>
                    <a:pt x="141946" y="79845"/>
                  </a:lnTo>
                  <a:lnTo>
                    <a:pt x="2555026" y="79845"/>
                  </a:lnTo>
                  <a:lnTo>
                    <a:pt x="2555026" y="1437202"/>
                  </a:lnTo>
                  <a:close/>
                  <a:moveTo>
                    <a:pt x="2555026" y="1517046"/>
                  </a:moveTo>
                  <a:lnTo>
                    <a:pt x="2555026" y="2874404"/>
                  </a:lnTo>
                  <a:lnTo>
                    <a:pt x="141946" y="2874404"/>
                  </a:lnTo>
                  <a:lnTo>
                    <a:pt x="141946" y="1517046"/>
                  </a:lnTo>
                  <a:lnTo>
                    <a:pt x="2555026" y="1517046"/>
                  </a:lnTo>
                  <a:close/>
                  <a:moveTo>
                    <a:pt x="2555026" y="2954248"/>
                  </a:moveTo>
                  <a:lnTo>
                    <a:pt x="2555026" y="4311606"/>
                  </a:lnTo>
                  <a:lnTo>
                    <a:pt x="141946" y="4311606"/>
                  </a:lnTo>
                  <a:lnTo>
                    <a:pt x="141946" y="2954248"/>
                  </a:lnTo>
                  <a:lnTo>
                    <a:pt x="2555026" y="2954248"/>
                  </a:lnTo>
                  <a:close/>
                  <a:moveTo>
                    <a:pt x="2696971" y="2954248"/>
                  </a:moveTo>
                  <a:lnTo>
                    <a:pt x="5110051" y="2954248"/>
                  </a:lnTo>
                  <a:lnTo>
                    <a:pt x="5110051" y="4311606"/>
                  </a:lnTo>
                  <a:lnTo>
                    <a:pt x="2696971" y="4311606"/>
                  </a:lnTo>
                  <a:lnTo>
                    <a:pt x="2696971" y="2954248"/>
                  </a:lnTo>
                  <a:close/>
                  <a:moveTo>
                    <a:pt x="5251997" y="2954248"/>
                  </a:moveTo>
                  <a:lnTo>
                    <a:pt x="7665077" y="2954248"/>
                  </a:lnTo>
                  <a:lnTo>
                    <a:pt x="7665077" y="4311606"/>
                  </a:lnTo>
                  <a:lnTo>
                    <a:pt x="5251997" y="4311606"/>
                  </a:lnTo>
                  <a:lnTo>
                    <a:pt x="5251997" y="2954248"/>
                  </a:lnTo>
                  <a:close/>
                  <a:moveTo>
                    <a:pt x="5251997" y="2874404"/>
                  </a:moveTo>
                  <a:lnTo>
                    <a:pt x="5251997" y="1517046"/>
                  </a:lnTo>
                  <a:lnTo>
                    <a:pt x="7665077" y="1517046"/>
                  </a:lnTo>
                  <a:lnTo>
                    <a:pt x="7665077" y="2874404"/>
                  </a:lnTo>
                  <a:lnTo>
                    <a:pt x="5251997" y="2874404"/>
                  </a:lnTo>
                  <a:close/>
                  <a:moveTo>
                    <a:pt x="5251997" y="1437202"/>
                  </a:moveTo>
                  <a:lnTo>
                    <a:pt x="5251997" y="79845"/>
                  </a:lnTo>
                  <a:lnTo>
                    <a:pt x="7665077" y="79845"/>
                  </a:lnTo>
                  <a:lnTo>
                    <a:pt x="7665077" y="1437202"/>
                  </a:lnTo>
                  <a:lnTo>
                    <a:pt x="5251997" y="1437202"/>
                  </a:lnTo>
                  <a:close/>
                  <a:moveTo>
                    <a:pt x="141946" y="5748808"/>
                  </a:moveTo>
                  <a:lnTo>
                    <a:pt x="141946" y="4391450"/>
                  </a:lnTo>
                  <a:lnTo>
                    <a:pt x="2555026" y="4391450"/>
                  </a:lnTo>
                  <a:lnTo>
                    <a:pt x="2555026" y="5748808"/>
                  </a:lnTo>
                  <a:lnTo>
                    <a:pt x="141946" y="5748808"/>
                  </a:lnTo>
                  <a:close/>
                  <a:moveTo>
                    <a:pt x="2696971" y="5748808"/>
                  </a:moveTo>
                  <a:lnTo>
                    <a:pt x="2696971" y="4391450"/>
                  </a:lnTo>
                  <a:lnTo>
                    <a:pt x="5110051" y="4391450"/>
                  </a:lnTo>
                  <a:lnTo>
                    <a:pt x="5110051" y="5748808"/>
                  </a:lnTo>
                  <a:lnTo>
                    <a:pt x="2696971" y="5748808"/>
                  </a:lnTo>
                  <a:close/>
                  <a:moveTo>
                    <a:pt x="5251997" y="5748808"/>
                  </a:moveTo>
                  <a:lnTo>
                    <a:pt x="5251997" y="4391450"/>
                  </a:lnTo>
                  <a:lnTo>
                    <a:pt x="7665077" y="4391450"/>
                  </a:lnTo>
                  <a:lnTo>
                    <a:pt x="7665077" y="5748808"/>
                  </a:lnTo>
                  <a:lnTo>
                    <a:pt x="5251997" y="5748808"/>
                  </a:lnTo>
                  <a:close/>
                  <a:moveTo>
                    <a:pt x="10220103" y="5748808"/>
                  </a:moveTo>
                  <a:lnTo>
                    <a:pt x="7807023" y="5748808"/>
                  </a:lnTo>
                  <a:lnTo>
                    <a:pt x="7807023" y="4391450"/>
                  </a:lnTo>
                  <a:lnTo>
                    <a:pt x="10220103" y="4391450"/>
                  </a:lnTo>
                  <a:lnTo>
                    <a:pt x="10220103" y="5748808"/>
                  </a:lnTo>
                  <a:close/>
                  <a:moveTo>
                    <a:pt x="10220103" y="4311606"/>
                  </a:moveTo>
                  <a:lnTo>
                    <a:pt x="7807023" y="4311606"/>
                  </a:lnTo>
                  <a:lnTo>
                    <a:pt x="7807023" y="2954248"/>
                  </a:lnTo>
                  <a:lnTo>
                    <a:pt x="10220103" y="2954248"/>
                  </a:lnTo>
                  <a:lnTo>
                    <a:pt x="10220103" y="4311606"/>
                  </a:lnTo>
                  <a:close/>
                  <a:moveTo>
                    <a:pt x="10220103" y="2874404"/>
                  </a:moveTo>
                  <a:lnTo>
                    <a:pt x="7807023" y="2874404"/>
                  </a:lnTo>
                  <a:lnTo>
                    <a:pt x="7807023" y="1517046"/>
                  </a:lnTo>
                  <a:lnTo>
                    <a:pt x="10220103" y="1517046"/>
                  </a:lnTo>
                  <a:lnTo>
                    <a:pt x="10220103" y="2874404"/>
                  </a:lnTo>
                  <a:close/>
                  <a:moveTo>
                    <a:pt x="10220103" y="1437202"/>
                  </a:moveTo>
                  <a:lnTo>
                    <a:pt x="7807023" y="1437202"/>
                  </a:lnTo>
                  <a:lnTo>
                    <a:pt x="7807023" y="79845"/>
                  </a:lnTo>
                  <a:lnTo>
                    <a:pt x="10220103" y="79845"/>
                  </a:lnTo>
                  <a:lnTo>
                    <a:pt x="10220103" y="143720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961414" y="7559000"/>
            <a:ext cx="4676477" cy="45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4"/>
              </a:lnSpc>
            </a:pPr>
            <a:r>
              <a:rPr lang="en-US" b="true" sz="27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Teacher Amarjot K. Pandher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9082" y="1362447"/>
            <a:ext cx="16192204" cy="8143690"/>
            <a:chOff x="0" y="0"/>
            <a:chExt cx="145869385" cy="73363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45724602" cy="73218615"/>
            </a:xfrm>
            <a:custGeom>
              <a:avLst/>
              <a:gdLst/>
              <a:ahLst/>
              <a:cxnLst/>
              <a:rect r="r" b="b" t="t" l="l"/>
              <a:pathLst>
                <a:path h="73218615" w="145724602">
                  <a:moveTo>
                    <a:pt x="0" y="0"/>
                  </a:moveTo>
                  <a:lnTo>
                    <a:pt x="145724602" y="0"/>
                  </a:lnTo>
                  <a:lnTo>
                    <a:pt x="145724602" y="73218615"/>
                  </a:lnTo>
                  <a:lnTo>
                    <a:pt x="0" y="7321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869385" cy="73363398"/>
            </a:xfrm>
            <a:custGeom>
              <a:avLst/>
              <a:gdLst/>
              <a:ahLst/>
              <a:cxnLst/>
              <a:rect r="r" b="b" t="t" l="l"/>
              <a:pathLst>
                <a:path h="73363398" w="145869385">
                  <a:moveTo>
                    <a:pt x="145724600" y="73218613"/>
                  </a:moveTo>
                  <a:lnTo>
                    <a:pt x="145869385" y="73218613"/>
                  </a:lnTo>
                  <a:lnTo>
                    <a:pt x="145869385" y="73363398"/>
                  </a:lnTo>
                  <a:lnTo>
                    <a:pt x="145724600" y="73363398"/>
                  </a:lnTo>
                  <a:lnTo>
                    <a:pt x="145724600" y="7321861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3218613"/>
                  </a:lnTo>
                  <a:lnTo>
                    <a:pt x="0" y="73218613"/>
                  </a:lnTo>
                  <a:lnTo>
                    <a:pt x="0" y="144780"/>
                  </a:lnTo>
                  <a:close/>
                  <a:moveTo>
                    <a:pt x="0" y="73218613"/>
                  </a:moveTo>
                  <a:lnTo>
                    <a:pt x="144780" y="73218613"/>
                  </a:lnTo>
                  <a:lnTo>
                    <a:pt x="144780" y="73363398"/>
                  </a:lnTo>
                  <a:lnTo>
                    <a:pt x="0" y="73363398"/>
                  </a:lnTo>
                  <a:lnTo>
                    <a:pt x="0" y="73218613"/>
                  </a:lnTo>
                  <a:close/>
                  <a:moveTo>
                    <a:pt x="145724600" y="144780"/>
                  </a:moveTo>
                  <a:lnTo>
                    <a:pt x="145869385" y="144780"/>
                  </a:lnTo>
                  <a:lnTo>
                    <a:pt x="145869385" y="73218613"/>
                  </a:lnTo>
                  <a:lnTo>
                    <a:pt x="145724600" y="73218613"/>
                  </a:lnTo>
                  <a:lnTo>
                    <a:pt x="145724600" y="144780"/>
                  </a:lnTo>
                  <a:close/>
                  <a:moveTo>
                    <a:pt x="144780" y="73218613"/>
                  </a:moveTo>
                  <a:lnTo>
                    <a:pt x="145724600" y="73218613"/>
                  </a:lnTo>
                  <a:lnTo>
                    <a:pt x="145724600" y="73363398"/>
                  </a:lnTo>
                  <a:lnTo>
                    <a:pt x="144780" y="73363398"/>
                  </a:lnTo>
                  <a:lnTo>
                    <a:pt x="144780" y="73218613"/>
                  </a:lnTo>
                  <a:close/>
                  <a:moveTo>
                    <a:pt x="145724600" y="0"/>
                  </a:moveTo>
                  <a:lnTo>
                    <a:pt x="145869385" y="0"/>
                  </a:lnTo>
                  <a:lnTo>
                    <a:pt x="145869385" y="144780"/>
                  </a:lnTo>
                  <a:lnTo>
                    <a:pt x="145724600" y="144780"/>
                  </a:lnTo>
                  <a:lnTo>
                    <a:pt x="1457246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5724600" y="0"/>
                  </a:lnTo>
                  <a:lnTo>
                    <a:pt x="1457246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3E397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8867" y="1425022"/>
            <a:ext cx="16390266" cy="7867492"/>
            <a:chOff x="0" y="0"/>
            <a:chExt cx="74353681" cy="356905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74208899" cy="35545737"/>
            </a:xfrm>
            <a:custGeom>
              <a:avLst/>
              <a:gdLst/>
              <a:ahLst/>
              <a:cxnLst/>
              <a:rect r="r" b="b" t="t" l="l"/>
              <a:pathLst>
                <a:path h="35545737" w="74208899">
                  <a:moveTo>
                    <a:pt x="0" y="0"/>
                  </a:moveTo>
                  <a:lnTo>
                    <a:pt x="74208899" y="0"/>
                  </a:lnTo>
                  <a:lnTo>
                    <a:pt x="74208899" y="35545737"/>
                  </a:lnTo>
                  <a:lnTo>
                    <a:pt x="0" y="35545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353682" cy="35690516"/>
            </a:xfrm>
            <a:custGeom>
              <a:avLst/>
              <a:gdLst/>
              <a:ahLst/>
              <a:cxnLst/>
              <a:rect r="r" b="b" t="t" l="l"/>
              <a:pathLst>
                <a:path h="35690516" w="74353682">
                  <a:moveTo>
                    <a:pt x="74208903" y="35545734"/>
                  </a:moveTo>
                  <a:lnTo>
                    <a:pt x="74353682" y="35545734"/>
                  </a:lnTo>
                  <a:lnTo>
                    <a:pt x="74353682" y="35690516"/>
                  </a:lnTo>
                  <a:lnTo>
                    <a:pt x="74208903" y="35690516"/>
                  </a:lnTo>
                  <a:lnTo>
                    <a:pt x="74208903" y="355457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45734"/>
                  </a:lnTo>
                  <a:lnTo>
                    <a:pt x="0" y="35545734"/>
                  </a:lnTo>
                  <a:lnTo>
                    <a:pt x="0" y="144780"/>
                  </a:lnTo>
                  <a:close/>
                  <a:moveTo>
                    <a:pt x="0" y="35545734"/>
                  </a:moveTo>
                  <a:lnTo>
                    <a:pt x="144780" y="35545734"/>
                  </a:lnTo>
                  <a:lnTo>
                    <a:pt x="144780" y="35690516"/>
                  </a:lnTo>
                  <a:lnTo>
                    <a:pt x="0" y="35690516"/>
                  </a:lnTo>
                  <a:lnTo>
                    <a:pt x="0" y="35545734"/>
                  </a:lnTo>
                  <a:close/>
                  <a:moveTo>
                    <a:pt x="74208903" y="144780"/>
                  </a:moveTo>
                  <a:lnTo>
                    <a:pt x="74353682" y="144780"/>
                  </a:lnTo>
                  <a:lnTo>
                    <a:pt x="74353682" y="35545734"/>
                  </a:lnTo>
                  <a:lnTo>
                    <a:pt x="74208903" y="35545734"/>
                  </a:lnTo>
                  <a:lnTo>
                    <a:pt x="74208903" y="144780"/>
                  </a:lnTo>
                  <a:close/>
                  <a:moveTo>
                    <a:pt x="144780" y="35545734"/>
                  </a:moveTo>
                  <a:lnTo>
                    <a:pt x="74208903" y="35545734"/>
                  </a:lnTo>
                  <a:lnTo>
                    <a:pt x="74208903" y="35690516"/>
                  </a:lnTo>
                  <a:lnTo>
                    <a:pt x="144780" y="35690516"/>
                  </a:lnTo>
                  <a:lnTo>
                    <a:pt x="144780" y="35545734"/>
                  </a:lnTo>
                  <a:close/>
                  <a:moveTo>
                    <a:pt x="74208903" y="0"/>
                  </a:moveTo>
                  <a:lnTo>
                    <a:pt x="74353682" y="0"/>
                  </a:lnTo>
                  <a:lnTo>
                    <a:pt x="74353682" y="144780"/>
                  </a:lnTo>
                  <a:lnTo>
                    <a:pt x="74208903" y="144780"/>
                  </a:lnTo>
                  <a:lnTo>
                    <a:pt x="742089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4208903" y="0"/>
                  </a:lnTo>
                  <a:lnTo>
                    <a:pt x="742089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8867" y="994486"/>
            <a:ext cx="16390266" cy="499116"/>
            <a:chOff x="0" y="0"/>
            <a:chExt cx="74353681" cy="22642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2390" y="72390"/>
              <a:ext cx="74208899" cy="2119436"/>
            </a:xfrm>
            <a:custGeom>
              <a:avLst/>
              <a:gdLst/>
              <a:ahLst/>
              <a:cxnLst/>
              <a:rect r="r" b="b" t="t" l="l"/>
              <a:pathLst>
                <a:path h="2119436" w="74208899">
                  <a:moveTo>
                    <a:pt x="0" y="0"/>
                  </a:moveTo>
                  <a:lnTo>
                    <a:pt x="74208899" y="0"/>
                  </a:lnTo>
                  <a:lnTo>
                    <a:pt x="74208899" y="2119436"/>
                  </a:lnTo>
                  <a:lnTo>
                    <a:pt x="0" y="2119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8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353682" cy="2264215"/>
            </a:xfrm>
            <a:custGeom>
              <a:avLst/>
              <a:gdLst/>
              <a:ahLst/>
              <a:cxnLst/>
              <a:rect r="r" b="b" t="t" l="l"/>
              <a:pathLst>
                <a:path h="2264215" w="74353682">
                  <a:moveTo>
                    <a:pt x="74208903" y="2119436"/>
                  </a:moveTo>
                  <a:lnTo>
                    <a:pt x="74353682" y="2119436"/>
                  </a:lnTo>
                  <a:lnTo>
                    <a:pt x="74353682" y="2264215"/>
                  </a:lnTo>
                  <a:lnTo>
                    <a:pt x="74208903" y="2264215"/>
                  </a:lnTo>
                  <a:lnTo>
                    <a:pt x="74208903" y="21194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119436"/>
                  </a:lnTo>
                  <a:lnTo>
                    <a:pt x="0" y="2119436"/>
                  </a:lnTo>
                  <a:lnTo>
                    <a:pt x="0" y="144780"/>
                  </a:lnTo>
                  <a:close/>
                  <a:moveTo>
                    <a:pt x="0" y="2119436"/>
                  </a:moveTo>
                  <a:lnTo>
                    <a:pt x="144780" y="2119436"/>
                  </a:lnTo>
                  <a:lnTo>
                    <a:pt x="144780" y="2264215"/>
                  </a:lnTo>
                  <a:lnTo>
                    <a:pt x="0" y="2264215"/>
                  </a:lnTo>
                  <a:lnTo>
                    <a:pt x="0" y="2119436"/>
                  </a:lnTo>
                  <a:close/>
                  <a:moveTo>
                    <a:pt x="74208903" y="144780"/>
                  </a:moveTo>
                  <a:lnTo>
                    <a:pt x="74353682" y="144780"/>
                  </a:lnTo>
                  <a:lnTo>
                    <a:pt x="74353682" y="2119436"/>
                  </a:lnTo>
                  <a:lnTo>
                    <a:pt x="74208903" y="2119436"/>
                  </a:lnTo>
                  <a:lnTo>
                    <a:pt x="74208903" y="144780"/>
                  </a:lnTo>
                  <a:close/>
                  <a:moveTo>
                    <a:pt x="144780" y="2119436"/>
                  </a:moveTo>
                  <a:lnTo>
                    <a:pt x="74208903" y="2119436"/>
                  </a:lnTo>
                  <a:lnTo>
                    <a:pt x="74208903" y="2264215"/>
                  </a:lnTo>
                  <a:lnTo>
                    <a:pt x="144780" y="2264215"/>
                  </a:lnTo>
                  <a:lnTo>
                    <a:pt x="144780" y="2119436"/>
                  </a:lnTo>
                  <a:close/>
                  <a:moveTo>
                    <a:pt x="74208903" y="0"/>
                  </a:moveTo>
                  <a:lnTo>
                    <a:pt x="74353682" y="0"/>
                  </a:lnTo>
                  <a:lnTo>
                    <a:pt x="74353682" y="144780"/>
                  </a:lnTo>
                  <a:lnTo>
                    <a:pt x="74208903" y="144780"/>
                  </a:lnTo>
                  <a:lnTo>
                    <a:pt x="7420890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4208903" y="0"/>
                  </a:lnTo>
                  <a:lnTo>
                    <a:pt x="7420890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0113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543687" y="1161193"/>
            <a:ext cx="194976" cy="185147"/>
            <a:chOff x="0" y="0"/>
            <a:chExt cx="553256" cy="525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3256" cy="525365"/>
            </a:xfrm>
            <a:custGeom>
              <a:avLst/>
              <a:gdLst/>
              <a:ahLst/>
              <a:cxnLst/>
              <a:rect r="r" b="b" t="t" l="l"/>
              <a:pathLst>
                <a:path h="525365" w="553256">
                  <a:moveTo>
                    <a:pt x="0" y="0"/>
                  </a:moveTo>
                  <a:lnTo>
                    <a:pt x="0" y="525365"/>
                  </a:lnTo>
                  <a:lnTo>
                    <a:pt x="553256" y="525365"/>
                  </a:lnTo>
                  <a:lnTo>
                    <a:pt x="553256" y="0"/>
                  </a:lnTo>
                  <a:lnTo>
                    <a:pt x="0" y="0"/>
                  </a:lnTo>
                  <a:close/>
                  <a:moveTo>
                    <a:pt x="492296" y="464405"/>
                  </a:moveTo>
                  <a:lnTo>
                    <a:pt x="59690" y="464405"/>
                  </a:lnTo>
                  <a:lnTo>
                    <a:pt x="59690" y="59690"/>
                  </a:lnTo>
                  <a:lnTo>
                    <a:pt x="492296" y="59690"/>
                  </a:lnTo>
                  <a:lnTo>
                    <a:pt x="492296" y="464405"/>
                  </a:lnTo>
                  <a:close/>
                </a:path>
              </a:pathLst>
            </a:custGeom>
            <a:solidFill>
              <a:srgbClr val="100F0D"/>
            </a:solidFill>
          </p:spPr>
        </p:sp>
      </p:grpSp>
      <p:sp>
        <p:nvSpPr>
          <p:cNvPr name="AutoShape 16" id="16"/>
          <p:cNvSpPr/>
          <p:nvPr/>
        </p:nvSpPr>
        <p:spPr>
          <a:xfrm>
            <a:off x="16181315" y="1332052"/>
            <a:ext cx="183357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2563448">
            <a:off x="16888741" y="1143203"/>
            <a:ext cx="233574" cy="233574"/>
          </a:xfrm>
          <a:custGeom>
            <a:avLst/>
            <a:gdLst/>
            <a:ahLst/>
            <a:cxnLst/>
            <a:rect r="r" b="b" t="t" l="l"/>
            <a:pathLst>
              <a:path h="233574" w="233574">
                <a:moveTo>
                  <a:pt x="0" y="0"/>
                </a:moveTo>
                <a:lnTo>
                  <a:pt x="233575" y="0"/>
                </a:lnTo>
                <a:lnTo>
                  <a:pt x="233575" y="233574"/>
                </a:lnTo>
                <a:lnTo>
                  <a:pt x="0" y="233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62297" y="4335923"/>
            <a:ext cx="5363405" cy="5363405"/>
          </a:xfrm>
          <a:custGeom>
            <a:avLst/>
            <a:gdLst/>
            <a:ahLst/>
            <a:cxnLst/>
            <a:rect r="r" b="b" t="t" l="l"/>
            <a:pathLst>
              <a:path h="5363405" w="5363405">
                <a:moveTo>
                  <a:pt x="0" y="0"/>
                </a:moveTo>
                <a:lnTo>
                  <a:pt x="5363406" y="0"/>
                </a:lnTo>
                <a:lnTo>
                  <a:pt x="5363406" y="5363405"/>
                </a:lnTo>
                <a:lnTo>
                  <a:pt x="0" y="5363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66724" y="1334286"/>
            <a:ext cx="12665856" cy="280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35"/>
              </a:lnSpc>
            </a:pPr>
            <a:r>
              <a:rPr lang="en-US" sz="8335" b="true">
                <a:solidFill>
                  <a:srgbClr val="3E3970"/>
                </a:solidFill>
                <a:latin typeface="Gatwick Bold"/>
                <a:ea typeface="Gatwick Bold"/>
                <a:cs typeface="Gatwick Bold"/>
                <a:sym typeface="Gatwick Bold"/>
              </a:rPr>
              <a:t>Gracias por su antención!!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DAG6-bXEofU</dc:identifier>
  <dcterms:modified xsi:type="dcterms:W3CDTF">2011-08-01T06:04:30Z</dcterms:modified>
  <cp:revision>1</cp:revision>
  <dc:title>P2_Exp1_28436_Benavides_Calvache_Cedeño_G5</dc:title>
</cp:coreProperties>
</file>